
<file path=[Content_Types].xml><?xml version="1.0" encoding="utf-8"?>
<Types xmlns="http://schemas.openxmlformats.org/package/2006/content-types">
  <Default Extension="jpeg" ContentType="image/jpeg"/>
  <Default Extension="jpg" ContentType="image/jpeg"/>
  <Default Extension="png" ContentType="image/png"/>
  <Default Extension="qX"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0" r:id="rId4"/>
    <p:sldId id="261" r:id="rId5"/>
    <p:sldId id="262" r:id="rId6"/>
    <p:sldId id="263" r:id="rId7"/>
    <p:sldId id="265" r:id="rId8"/>
    <p:sldId id="259"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892CC"/>
    <a:srgbClr val="CCFFFF"/>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162" autoAdjust="0"/>
    <p:restoredTop sz="94660"/>
  </p:normalViewPr>
  <p:slideViewPr>
    <p:cSldViewPr snapToGrid="0">
      <p:cViewPr>
        <p:scale>
          <a:sx n="66" d="100"/>
          <a:sy n="66" d="100"/>
        </p:scale>
        <p:origin x="294" y="1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D6910-55C6-4D58-A780-CC02269078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905F646-F312-4938-9005-9043A19E43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984C7E0-40A7-4210-9BF9-7E557CA9AEE1}"/>
              </a:ext>
            </a:extLst>
          </p:cNvPr>
          <p:cNvSpPr>
            <a:spLocks noGrp="1"/>
          </p:cNvSpPr>
          <p:nvPr>
            <p:ph type="dt" sz="half" idx="10"/>
          </p:nvPr>
        </p:nvSpPr>
        <p:spPr/>
        <p:txBody>
          <a:bodyPr/>
          <a:lstStyle/>
          <a:p>
            <a:fld id="{AE15BFE3-9C12-473E-B996-F252D4BFA7F1}" type="datetimeFigureOut">
              <a:rPr lang="en-US" smtClean="0"/>
              <a:t>9/27/2025</a:t>
            </a:fld>
            <a:endParaRPr lang="en-US"/>
          </a:p>
        </p:txBody>
      </p:sp>
      <p:sp>
        <p:nvSpPr>
          <p:cNvPr id="5" name="Footer Placeholder 4">
            <a:extLst>
              <a:ext uri="{FF2B5EF4-FFF2-40B4-BE49-F238E27FC236}">
                <a16:creationId xmlns:a16="http://schemas.microsoft.com/office/drawing/2014/main" id="{F2CE143F-FD46-4C0D-995F-C8B3205873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3AA83D-4879-4904-A760-D666C142465C}"/>
              </a:ext>
            </a:extLst>
          </p:cNvPr>
          <p:cNvSpPr>
            <a:spLocks noGrp="1"/>
          </p:cNvSpPr>
          <p:nvPr>
            <p:ph type="sldNum" sz="quarter" idx="12"/>
          </p:nvPr>
        </p:nvSpPr>
        <p:spPr/>
        <p:txBody>
          <a:bodyPr/>
          <a:lstStyle/>
          <a:p>
            <a:fld id="{6453594A-D01F-49B9-9CD0-43C0E2F6B71D}" type="slidenum">
              <a:rPr lang="en-US" smtClean="0"/>
              <a:t>‹#›</a:t>
            </a:fld>
            <a:endParaRPr lang="en-US"/>
          </a:p>
        </p:txBody>
      </p:sp>
    </p:spTree>
    <p:extLst>
      <p:ext uri="{BB962C8B-B14F-4D97-AF65-F5344CB8AC3E}">
        <p14:creationId xmlns:p14="http://schemas.microsoft.com/office/powerpoint/2010/main" val="3078832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1B3E8-24EF-4F8C-9680-898863796B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A30D7B-CE47-44E8-9C01-4D25F13B5B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75D00A-D05F-44AA-BB8B-10BFE855A933}"/>
              </a:ext>
            </a:extLst>
          </p:cNvPr>
          <p:cNvSpPr>
            <a:spLocks noGrp="1"/>
          </p:cNvSpPr>
          <p:nvPr>
            <p:ph type="dt" sz="half" idx="10"/>
          </p:nvPr>
        </p:nvSpPr>
        <p:spPr/>
        <p:txBody>
          <a:bodyPr/>
          <a:lstStyle/>
          <a:p>
            <a:fld id="{AE15BFE3-9C12-473E-B996-F252D4BFA7F1}" type="datetimeFigureOut">
              <a:rPr lang="en-US" smtClean="0"/>
              <a:t>9/27/2025</a:t>
            </a:fld>
            <a:endParaRPr lang="en-US"/>
          </a:p>
        </p:txBody>
      </p:sp>
      <p:sp>
        <p:nvSpPr>
          <p:cNvPr id="5" name="Footer Placeholder 4">
            <a:extLst>
              <a:ext uri="{FF2B5EF4-FFF2-40B4-BE49-F238E27FC236}">
                <a16:creationId xmlns:a16="http://schemas.microsoft.com/office/drawing/2014/main" id="{F09E200A-7A46-4608-9ED1-D8688322C6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E0CA13-9500-4287-9C72-11C40345537A}"/>
              </a:ext>
            </a:extLst>
          </p:cNvPr>
          <p:cNvSpPr>
            <a:spLocks noGrp="1"/>
          </p:cNvSpPr>
          <p:nvPr>
            <p:ph type="sldNum" sz="quarter" idx="12"/>
          </p:nvPr>
        </p:nvSpPr>
        <p:spPr/>
        <p:txBody>
          <a:bodyPr/>
          <a:lstStyle/>
          <a:p>
            <a:fld id="{6453594A-D01F-49B9-9CD0-43C0E2F6B71D}" type="slidenum">
              <a:rPr lang="en-US" smtClean="0"/>
              <a:t>‹#›</a:t>
            </a:fld>
            <a:endParaRPr lang="en-US"/>
          </a:p>
        </p:txBody>
      </p:sp>
    </p:spTree>
    <p:extLst>
      <p:ext uri="{BB962C8B-B14F-4D97-AF65-F5344CB8AC3E}">
        <p14:creationId xmlns:p14="http://schemas.microsoft.com/office/powerpoint/2010/main" val="92134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746E4-F62C-454D-A1B8-A10BA323B3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F8B57A-7AAC-4F95-9CCD-F8FFE6EC08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6E24AD-AA1B-4CAF-BA47-C4C1424D0971}"/>
              </a:ext>
            </a:extLst>
          </p:cNvPr>
          <p:cNvSpPr>
            <a:spLocks noGrp="1"/>
          </p:cNvSpPr>
          <p:nvPr>
            <p:ph type="dt" sz="half" idx="10"/>
          </p:nvPr>
        </p:nvSpPr>
        <p:spPr/>
        <p:txBody>
          <a:bodyPr/>
          <a:lstStyle/>
          <a:p>
            <a:fld id="{AE15BFE3-9C12-473E-B996-F252D4BFA7F1}" type="datetimeFigureOut">
              <a:rPr lang="en-US" smtClean="0"/>
              <a:t>9/27/2025</a:t>
            </a:fld>
            <a:endParaRPr lang="en-US"/>
          </a:p>
        </p:txBody>
      </p:sp>
      <p:sp>
        <p:nvSpPr>
          <p:cNvPr id="5" name="Footer Placeholder 4">
            <a:extLst>
              <a:ext uri="{FF2B5EF4-FFF2-40B4-BE49-F238E27FC236}">
                <a16:creationId xmlns:a16="http://schemas.microsoft.com/office/drawing/2014/main" id="{3C885180-A2ED-476B-BD61-C218592B98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BA4510-110B-4C00-9123-FB89A404931C}"/>
              </a:ext>
            </a:extLst>
          </p:cNvPr>
          <p:cNvSpPr>
            <a:spLocks noGrp="1"/>
          </p:cNvSpPr>
          <p:nvPr>
            <p:ph type="sldNum" sz="quarter" idx="12"/>
          </p:nvPr>
        </p:nvSpPr>
        <p:spPr/>
        <p:txBody>
          <a:bodyPr/>
          <a:lstStyle/>
          <a:p>
            <a:fld id="{6453594A-D01F-49B9-9CD0-43C0E2F6B71D}" type="slidenum">
              <a:rPr lang="en-US" smtClean="0"/>
              <a:t>‹#›</a:t>
            </a:fld>
            <a:endParaRPr lang="en-US"/>
          </a:p>
        </p:txBody>
      </p:sp>
    </p:spTree>
    <p:extLst>
      <p:ext uri="{BB962C8B-B14F-4D97-AF65-F5344CB8AC3E}">
        <p14:creationId xmlns:p14="http://schemas.microsoft.com/office/powerpoint/2010/main" val="4115541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4A1B2-CA7F-4F9A-A650-3C216BDB1E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214C70-6BCD-425C-B221-9045B1CF41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A36935-2EF6-4FCD-B99E-4C8AB2D7CBF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E7E050D-6F2D-4A4A-A3AE-AF5D3D6AE2AE}"/>
              </a:ext>
            </a:extLst>
          </p:cNvPr>
          <p:cNvSpPr>
            <a:spLocks noGrp="1"/>
          </p:cNvSpPr>
          <p:nvPr>
            <p:ph type="dt" sz="half" idx="10"/>
          </p:nvPr>
        </p:nvSpPr>
        <p:spPr/>
        <p:txBody>
          <a:bodyPr/>
          <a:lstStyle/>
          <a:p>
            <a:fld id="{AE15BFE3-9C12-473E-B996-F252D4BFA7F1}" type="datetimeFigureOut">
              <a:rPr lang="en-US" smtClean="0"/>
              <a:t>9/27/2025</a:t>
            </a:fld>
            <a:endParaRPr lang="en-US"/>
          </a:p>
        </p:txBody>
      </p:sp>
      <p:sp>
        <p:nvSpPr>
          <p:cNvPr id="6" name="Footer Placeholder 5">
            <a:extLst>
              <a:ext uri="{FF2B5EF4-FFF2-40B4-BE49-F238E27FC236}">
                <a16:creationId xmlns:a16="http://schemas.microsoft.com/office/drawing/2014/main" id="{B63925CA-805D-475E-98A4-15B80C0400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4F14CD-1406-41CD-9060-EC234AB1C27A}"/>
              </a:ext>
            </a:extLst>
          </p:cNvPr>
          <p:cNvSpPr>
            <a:spLocks noGrp="1"/>
          </p:cNvSpPr>
          <p:nvPr>
            <p:ph type="sldNum" sz="quarter" idx="12"/>
          </p:nvPr>
        </p:nvSpPr>
        <p:spPr/>
        <p:txBody>
          <a:bodyPr/>
          <a:lstStyle/>
          <a:p>
            <a:fld id="{6453594A-D01F-49B9-9CD0-43C0E2F6B71D}" type="slidenum">
              <a:rPr lang="en-US" smtClean="0"/>
              <a:t>‹#›</a:t>
            </a:fld>
            <a:endParaRPr lang="en-US"/>
          </a:p>
        </p:txBody>
      </p:sp>
    </p:spTree>
    <p:extLst>
      <p:ext uri="{BB962C8B-B14F-4D97-AF65-F5344CB8AC3E}">
        <p14:creationId xmlns:p14="http://schemas.microsoft.com/office/powerpoint/2010/main" val="2872770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1AA59-FA05-4C6F-87A6-1D01A44B4B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B5CF5A-0BCE-4F88-B343-38566DA8A7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69C8E0-3F12-47B2-B4A5-81969181B9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2EAFB5-8821-42A2-AC4B-687743B604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84B4E3-4785-4B48-B22C-DB5D2DD6E3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BB22E26-5686-4D33-8E17-F68AE01D1772}"/>
              </a:ext>
            </a:extLst>
          </p:cNvPr>
          <p:cNvSpPr>
            <a:spLocks noGrp="1"/>
          </p:cNvSpPr>
          <p:nvPr>
            <p:ph type="dt" sz="half" idx="10"/>
          </p:nvPr>
        </p:nvSpPr>
        <p:spPr/>
        <p:txBody>
          <a:bodyPr/>
          <a:lstStyle/>
          <a:p>
            <a:fld id="{AE15BFE3-9C12-473E-B996-F252D4BFA7F1}" type="datetimeFigureOut">
              <a:rPr lang="en-US" smtClean="0"/>
              <a:t>9/27/2025</a:t>
            </a:fld>
            <a:endParaRPr lang="en-US"/>
          </a:p>
        </p:txBody>
      </p:sp>
      <p:sp>
        <p:nvSpPr>
          <p:cNvPr id="8" name="Footer Placeholder 7">
            <a:extLst>
              <a:ext uri="{FF2B5EF4-FFF2-40B4-BE49-F238E27FC236}">
                <a16:creationId xmlns:a16="http://schemas.microsoft.com/office/drawing/2014/main" id="{7465DDCE-9B91-4D55-BFA2-29B4F0AA914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EA74E8-43D6-4CD3-8E0C-917E6D26547A}"/>
              </a:ext>
            </a:extLst>
          </p:cNvPr>
          <p:cNvSpPr>
            <a:spLocks noGrp="1"/>
          </p:cNvSpPr>
          <p:nvPr>
            <p:ph type="sldNum" sz="quarter" idx="12"/>
          </p:nvPr>
        </p:nvSpPr>
        <p:spPr/>
        <p:txBody>
          <a:bodyPr/>
          <a:lstStyle/>
          <a:p>
            <a:fld id="{6453594A-D01F-49B9-9CD0-43C0E2F6B71D}" type="slidenum">
              <a:rPr lang="en-US" smtClean="0"/>
              <a:t>‹#›</a:t>
            </a:fld>
            <a:endParaRPr lang="en-US"/>
          </a:p>
        </p:txBody>
      </p:sp>
    </p:spTree>
    <p:extLst>
      <p:ext uri="{BB962C8B-B14F-4D97-AF65-F5344CB8AC3E}">
        <p14:creationId xmlns:p14="http://schemas.microsoft.com/office/powerpoint/2010/main" val="1190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66983-13EF-4D5B-82A6-7ACC23C45AE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3DB91FC-811A-4EF3-8A2E-9BAB54448090}"/>
              </a:ext>
            </a:extLst>
          </p:cNvPr>
          <p:cNvSpPr>
            <a:spLocks noGrp="1"/>
          </p:cNvSpPr>
          <p:nvPr>
            <p:ph type="dt" sz="half" idx="10"/>
          </p:nvPr>
        </p:nvSpPr>
        <p:spPr/>
        <p:txBody>
          <a:bodyPr/>
          <a:lstStyle/>
          <a:p>
            <a:fld id="{AE15BFE3-9C12-473E-B996-F252D4BFA7F1}" type="datetimeFigureOut">
              <a:rPr lang="en-US" smtClean="0"/>
              <a:t>9/27/2025</a:t>
            </a:fld>
            <a:endParaRPr lang="en-US"/>
          </a:p>
        </p:txBody>
      </p:sp>
      <p:sp>
        <p:nvSpPr>
          <p:cNvPr id="4" name="Footer Placeholder 3">
            <a:extLst>
              <a:ext uri="{FF2B5EF4-FFF2-40B4-BE49-F238E27FC236}">
                <a16:creationId xmlns:a16="http://schemas.microsoft.com/office/drawing/2014/main" id="{D0C09D3E-C93F-473E-8E58-C9966F93DED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D183E22-1C02-4D56-A809-B44DF8D3BE6E}"/>
              </a:ext>
            </a:extLst>
          </p:cNvPr>
          <p:cNvSpPr>
            <a:spLocks noGrp="1"/>
          </p:cNvSpPr>
          <p:nvPr>
            <p:ph type="sldNum" sz="quarter" idx="12"/>
          </p:nvPr>
        </p:nvSpPr>
        <p:spPr/>
        <p:txBody>
          <a:bodyPr/>
          <a:lstStyle/>
          <a:p>
            <a:fld id="{6453594A-D01F-49B9-9CD0-43C0E2F6B71D}" type="slidenum">
              <a:rPr lang="en-US" smtClean="0"/>
              <a:t>‹#›</a:t>
            </a:fld>
            <a:endParaRPr lang="en-US"/>
          </a:p>
        </p:txBody>
      </p:sp>
    </p:spTree>
    <p:extLst>
      <p:ext uri="{BB962C8B-B14F-4D97-AF65-F5344CB8AC3E}">
        <p14:creationId xmlns:p14="http://schemas.microsoft.com/office/powerpoint/2010/main" val="2110915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60DBC5-ACB1-4174-A262-9BC3752E86ED}"/>
              </a:ext>
            </a:extLst>
          </p:cNvPr>
          <p:cNvSpPr>
            <a:spLocks noGrp="1"/>
          </p:cNvSpPr>
          <p:nvPr>
            <p:ph type="dt" sz="half" idx="10"/>
          </p:nvPr>
        </p:nvSpPr>
        <p:spPr/>
        <p:txBody>
          <a:bodyPr/>
          <a:lstStyle/>
          <a:p>
            <a:fld id="{AE15BFE3-9C12-473E-B996-F252D4BFA7F1}" type="datetimeFigureOut">
              <a:rPr lang="en-US" smtClean="0"/>
              <a:t>9/27/2025</a:t>
            </a:fld>
            <a:endParaRPr lang="en-US"/>
          </a:p>
        </p:txBody>
      </p:sp>
      <p:sp>
        <p:nvSpPr>
          <p:cNvPr id="3" name="Footer Placeholder 2">
            <a:extLst>
              <a:ext uri="{FF2B5EF4-FFF2-40B4-BE49-F238E27FC236}">
                <a16:creationId xmlns:a16="http://schemas.microsoft.com/office/drawing/2014/main" id="{807EB9E8-EC55-4110-BCF4-F5687E2E3BF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8B22E3C-1F12-4334-9C00-DC9053256319}"/>
              </a:ext>
            </a:extLst>
          </p:cNvPr>
          <p:cNvSpPr>
            <a:spLocks noGrp="1"/>
          </p:cNvSpPr>
          <p:nvPr>
            <p:ph type="sldNum" sz="quarter" idx="12"/>
          </p:nvPr>
        </p:nvSpPr>
        <p:spPr/>
        <p:txBody>
          <a:bodyPr/>
          <a:lstStyle/>
          <a:p>
            <a:fld id="{6453594A-D01F-49B9-9CD0-43C0E2F6B71D}" type="slidenum">
              <a:rPr lang="en-US" smtClean="0"/>
              <a:t>‹#›</a:t>
            </a:fld>
            <a:endParaRPr lang="en-US"/>
          </a:p>
        </p:txBody>
      </p:sp>
    </p:spTree>
    <p:extLst>
      <p:ext uri="{BB962C8B-B14F-4D97-AF65-F5344CB8AC3E}">
        <p14:creationId xmlns:p14="http://schemas.microsoft.com/office/powerpoint/2010/main" val="2646435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50AD8-8845-4084-BFD4-457DC196F4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94075AD-53CE-44CB-B638-058F1ABB0F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09B644A-B1DD-4887-A1F2-31A59842FB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AABB67-D123-4C73-9E8C-E03CF8867E9B}"/>
              </a:ext>
            </a:extLst>
          </p:cNvPr>
          <p:cNvSpPr>
            <a:spLocks noGrp="1"/>
          </p:cNvSpPr>
          <p:nvPr>
            <p:ph type="dt" sz="half" idx="10"/>
          </p:nvPr>
        </p:nvSpPr>
        <p:spPr/>
        <p:txBody>
          <a:bodyPr/>
          <a:lstStyle/>
          <a:p>
            <a:fld id="{AE15BFE3-9C12-473E-B996-F252D4BFA7F1}" type="datetimeFigureOut">
              <a:rPr lang="en-US" smtClean="0"/>
              <a:t>9/27/2025</a:t>
            </a:fld>
            <a:endParaRPr lang="en-US"/>
          </a:p>
        </p:txBody>
      </p:sp>
      <p:sp>
        <p:nvSpPr>
          <p:cNvPr id="6" name="Footer Placeholder 5">
            <a:extLst>
              <a:ext uri="{FF2B5EF4-FFF2-40B4-BE49-F238E27FC236}">
                <a16:creationId xmlns:a16="http://schemas.microsoft.com/office/drawing/2014/main" id="{BCFEAEFF-D12C-448C-A169-2C7F56641C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8CCE97-EE29-496C-882B-6EE49134C657}"/>
              </a:ext>
            </a:extLst>
          </p:cNvPr>
          <p:cNvSpPr>
            <a:spLocks noGrp="1"/>
          </p:cNvSpPr>
          <p:nvPr>
            <p:ph type="sldNum" sz="quarter" idx="12"/>
          </p:nvPr>
        </p:nvSpPr>
        <p:spPr/>
        <p:txBody>
          <a:bodyPr/>
          <a:lstStyle/>
          <a:p>
            <a:fld id="{6453594A-D01F-49B9-9CD0-43C0E2F6B71D}" type="slidenum">
              <a:rPr lang="en-US" smtClean="0"/>
              <a:t>‹#›</a:t>
            </a:fld>
            <a:endParaRPr lang="en-US"/>
          </a:p>
        </p:txBody>
      </p:sp>
    </p:spTree>
    <p:extLst>
      <p:ext uri="{BB962C8B-B14F-4D97-AF65-F5344CB8AC3E}">
        <p14:creationId xmlns:p14="http://schemas.microsoft.com/office/powerpoint/2010/main" val="2100352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A64E7-D3A0-4C68-8DF3-A5EDE14265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58BBE-1043-4998-AF40-37AB66EEB8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6FAEE9-535D-455E-89F6-782EBBB3CE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73A028-B540-434F-B0D1-CAD7BE5894EA}"/>
              </a:ext>
            </a:extLst>
          </p:cNvPr>
          <p:cNvSpPr>
            <a:spLocks noGrp="1"/>
          </p:cNvSpPr>
          <p:nvPr>
            <p:ph type="dt" sz="half" idx="10"/>
          </p:nvPr>
        </p:nvSpPr>
        <p:spPr/>
        <p:txBody>
          <a:bodyPr/>
          <a:lstStyle/>
          <a:p>
            <a:fld id="{AE15BFE3-9C12-473E-B996-F252D4BFA7F1}" type="datetimeFigureOut">
              <a:rPr lang="en-US" smtClean="0"/>
              <a:t>9/27/2025</a:t>
            </a:fld>
            <a:endParaRPr lang="en-US"/>
          </a:p>
        </p:txBody>
      </p:sp>
      <p:sp>
        <p:nvSpPr>
          <p:cNvPr id="6" name="Footer Placeholder 5">
            <a:extLst>
              <a:ext uri="{FF2B5EF4-FFF2-40B4-BE49-F238E27FC236}">
                <a16:creationId xmlns:a16="http://schemas.microsoft.com/office/drawing/2014/main" id="{A741AA55-0B61-4D68-BC13-47044E13D3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70EDF9-9345-4FCF-BEDA-D970E9C86F94}"/>
              </a:ext>
            </a:extLst>
          </p:cNvPr>
          <p:cNvSpPr>
            <a:spLocks noGrp="1"/>
          </p:cNvSpPr>
          <p:nvPr>
            <p:ph type="sldNum" sz="quarter" idx="12"/>
          </p:nvPr>
        </p:nvSpPr>
        <p:spPr/>
        <p:txBody>
          <a:bodyPr/>
          <a:lstStyle/>
          <a:p>
            <a:fld id="{6453594A-D01F-49B9-9CD0-43C0E2F6B71D}" type="slidenum">
              <a:rPr lang="en-US" smtClean="0"/>
              <a:t>‹#›</a:t>
            </a:fld>
            <a:endParaRPr lang="en-US"/>
          </a:p>
        </p:txBody>
      </p:sp>
    </p:spTree>
    <p:extLst>
      <p:ext uri="{BB962C8B-B14F-4D97-AF65-F5344CB8AC3E}">
        <p14:creationId xmlns:p14="http://schemas.microsoft.com/office/powerpoint/2010/main" val="1529225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5654F-F224-446B-A270-246BF8B753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4D98D3-19C0-4E3A-95B0-DA13B38733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E84154-3DE1-44E6-AA96-9ED671C8A2F2}"/>
              </a:ext>
            </a:extLst>
          </p:cNvPr>
          <p:cNvSpPr>
            <a:spLocks noGrp="1"/>
          </p:cNvSpPr>
          <p:nvPr>
            <p:ph type="dt" sz="half" idx="10"/>
          </p:nvPr>
        </p:nvSpPr>
        <p:spPr/>
        <p:txBody>
          <a:bodyPr/>
          <a:lstStyle/>
          <a:p>
            <a:fld id="{AE15BFE3-9C12-473E-B996-F252D4BFA7F1}" type="datetimeFigureOut">
              <a:rPr lang="en-US" smtClean="0"/>
              <a:t>9/27/2025</a:t>
            </a:fld>
            <a:endParaRPr lang="en-US"/>
          </a:p>
        </p:txBody>
      </p:sp>
      <p:sp>
        <p:nvSpPr>
          <p:cNvPr id="5" name="Footer Placeholder 4">
            <a:extLst>
              <a:ext uri="{FF2B5EF4-FFF2-40B4-BE49-F238E27FC236}">
                <a16:creationId xmlns:a16="http://schemas.microsoft.com/office/drawing/2014/main" id="{8307448E-937E-4CE4-9375-7213944937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32A6CE-F54A-46BA-B59A-982C4A2A1CE6}"/>
              </a:ext>
            </a:extLst>
          </p:cNvPr>
          <p:cNvSpPr>
            <a:spLocks noGrp="1"/>
          </p:cNvSpPr>
          <p:nvPr>
            <p:ph type="sldNum" sz="quarter" idx="12"/>
          </p:nvPr>
        </p:nvSpPr>
        <p:spPr/>
        <p:txBody>
          <a:bodyPr/>
          <a:lstStyle/>
          <a:p>
            <a:fld id="{6453594A-D01F-49B9-9CD0-43C0E2F6B71D}" type="slidenum">
              <a:rPr lang="en-US" smtClean="0"/>
              <a:t>‹#›</a:t>
            </a:fld>
            <a:endParaRPr lang="en-US"/>
          </a:p>
        </p:txBody>
      </p:sp>
    </p:spTree>
    <p:extLst>
      <p:ext uri="{BB962C8B-B14F-4D97-AF65-F5344CB8AC3E}">
        <p14:creationId xmlns:p14="http://schemas.microsoft.com/office/powerpoint/2010/main" val="419700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A5ACD7-3703-498D-925B-1DC40B954F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CBCC5EF-E906-4D27-A669-4506797ABE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9568E4-ECD8-48A3-8EEF-6F6403E8A31A}"/>
              </a:ext>
            </a:extLst>
          </p:cNvPr>
          <p:cNvSpPr>
            <a:spLocks noGrp="1"/>
          </p:cNvSpPr>
          <p:nvPr>
            <p:ph type="dt" sz="half" idx="10"/>
          </p:nvPr>
        </p:nvSpPr>
        <p:spPr/>
        <p:txBody>
          <a:bodyPr/>
          <a:lstStyle/>
          <a:p>
            <a:fld id="{AE15BFE3-9C12-473E-B996-F252D4BFA7F1}" type="datetimeFigureOut">
              <a:rPr lang="en-US" smtClean="0"/>
              <a:t>9/27/2025</a:t>
            </a:fld>
            <a:endParaRPr lang="en-US"/>
          </a:p>
        </p:txBody>
      </p:sp>
      <p:sp>
        <p:nvSpPr>
          <p:cNvPr id="5" name="Footer Placeholder 4">
            <a:extLst>
              <a:ext uri="{FF2B5EF4-FFF2-40B4-BE49-F238E27FC236}">
                <a16:creationId xmlns:a16="http://schemas.microsoft.com/office/drawing/2014/main" id="{5CD8136B-D16C-4DF9-8D90-7066E1A895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0A7FF8-4EF2-4473-A8F6-CB82ECB473D4}"/>
              </a:ext>
            </a:extLst>
          </p:cNvPr>
          <p:cNvSpPr>
            <a:spLocks noGrp="1"/>
          </p:cNvSpPr>
          <p:nvPr>
            <p:ph type="sldNum" sz="quarter" idx="12"/>
          </p:nvPr>
        </p:nvSpPr>
        <p:spPr/>
        <p:txBody>
          <a:bodyPr/>
          <a:lstStyle/>
          <a:p>
            <a:fld id="{6453594A-D01F-49B9-9CD0-43C0E2F6B71D}" type="slidenum">
              <a:rPr lang="en-US" smtClean="0"/>
              <a:t>‹#›</a:t>
            </a:fld>
            <a:endParaRPr lang="en-US"/>
          </a:p>
        </p:txBody>
      </p:sp>
    </p:spTree>
    <p:extLst>
      <p:ext uri="{BB962C8B-B14F-4D97-AF65-F5344CB8AC3E}">
        <p14:creationId xmlns:p14="http://schemas.microsoft.com/office/powerpoint/2010/main" val="1552554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EDE150-C7F2-41F4-BF0A-3585A70F25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409B40-A5E4-49A0-989F-E6F95EA7C6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8E4585-C3D3-4D0F-BC2F-20F091358B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15BFE3-9C12-473E-B996-F252D4BFA7F1}" type="datetimeFigureOut">
              <a:rPr lang="en-US" smtClean="0"/>
              <a:t>9/27/2025</a:t>
            </a:fld>
            <a:endParaRPr lang="en-US"/>
          </a:p>
        </p:txBody>
      </p:sp>
      <p:sp>
        <p:nvSpPr>
          <p:cNvPr id="5" name="Footer Placeholder 4">
            <a:extLst>
              <a:ext uri="{FF2B5EF4-FFF2-40B4-BE49-F238E27FC236}">
                <a16:creationId xmlns:a16="http://schemas.microsoft.com/office/drawing/2014/main" id="{0AD60F73-5C8A-4675-BA90-367CFE244B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A641EFB-8321-4839-9DC2-6B77855811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53594A-D01F-49B9-9CD0-43C0E2F6B71D}" type="slidenum">
              <a:rPr lang="en-US" smtClean="0"/>
              <a:t>‹#›</a:t>
            </a:fld>
            <a:endParaRPr lang="en-US"/>
          </a:p>
        </p:txBody>
      </p:sp>
    </p:spTree>
    <p:extLst>
      <p:ext uri="{BB962C8B-B14F-4D97-AF65-F5344CB8AC3E}">
        <p14:creationId xmlns:p14="http://schemas.microsoft.com/office/powerpoint/2010/main" val="17473431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hyperlink" Target="https://www.pexels.com/photo/adobe-cuts-editing-filmmaker-1767783/" TargetMode="External"/><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hyperlink" Target="https://www.deviantart.com/cinnamenroll/art/Cute-Rainbow-Anime-Girl-Doing-Art-At-Home-1086819988" TargetMode="External"/><Relationship Id="rId5" Type="http://schemas.openxmlformats.org/officeDocument/2006/relationships/image" Target="../media/image6.qX"/><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www.freepik.com/premium-vector/standing-girl_32318909.htm" TargetMode="External"/><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0B0F0"/>
            </a:gs>
            <a:gs pos="100000">
              <a:schemeClr val="accent5">
                <a:lumMod val="50000"/>
              </a:schemeClr>
            </a:gs>
          </a:gsLst>
          <a:lin ang="2700000" scaled="1"/>
          <a:tileRect/>
        </a:gradFill>
        <a:effectLst/>
      </p:bgPr>
    </p:bg>
    <p:spTree>
      <p:nvGrpSpPr>
        <p:cNvPr id="1" name=""/>
        <p:cNvGrpSpPr/>
        <p:nvPr/>
      </p:nvGrpSpPr>
      <p:grpSpPr>
        <a:xfrm>
          <a:off x="0" y="0"/>
          <a:ext cx="0" cy="0"/>
          <a:chOff x="0" y="0"/>
          <a:chExt cx="0" cy="0"/>
        </a:xfrm>
      </p:grpSpPr>
      <p:sp>
        <p:nvSpPr>
          <p:cNvPr id="3" name="Star back">
            <a:extLst>
              <a:ext uri="{FF2B5EF4-FFF2-40B4-BE49-F238E27FC236}">
                <a16:creationId xmlns:a16="http://schemas.microsoft.com/office/drawing/2014/main" id="{0203DB84-1E35-43D6-A3FF-EDC56E5E0DB6}"/>
              </a:ext>
            </a:extLst>
          </p:cNvPr>
          <p:cNvSpPr/>
          <p:nvPr/>
        </p:nvSpPr>
        <p:spPr>
          <a:xfrm>
            <a:off x="4152900" y="-2363568"/>
            <a:ext cx="10115692" cy="9850218"/>
          </a:xfrm>
          <a:custGeom>
            <a:avLst/>
            <a:gdLst>
              <a:gd name="connsiteX0" fmla="*/ -12 w 4698611"/>
              <a:gd name="connsiteY0" fmla="*/ 3528340 h 5486399"/>
              <a:gd name="connsiteX1" fmla="*/ 723531 w 4698611"/>
              <a:gd name="connsiteY1" fmla="*/ 2441691 h 5486399"/>
              <a:gd name="connsiteX2" fmla="*/ 465307 w 4698611"/>
              <a:gd name="connsiteY2" fmla="*/ 1086653 h 5486399"/>
              <a:gd name="connsiteX3" fmla="*/ 1625775 w 4698611"/>
              <a:gd name="connsiteY3" fmla="*/ 1086655 h 5486399"/>
              <a:gd name="connsiteX4" fmla="*/ 2349306 w 4698611"/>
              <a:gd name="connsiteY4" fmla="*/ 0 h 5486399"/>
              <a:gd name="connsiteX5" fmla="*/ 3072836 w 4698611"/>
              <a:gd name="connsiteY5" fmla="*/ 1086655 h 5486399"/>
              <a:gd name="connsiteX6" fmla="*/ 4233304 w 4698611"/>
              <a:gd name="connsiteY6" fmla="*/ 1086653 h 5486399"/>
              <a:gd name="connsiteX7" fmla="*/ 3975080 w 4698611"/>
              <a:gd name="connsiteY7" fmla="*/ 2441691 h 5486399"/>
              <a:gd name="connsiteX8" fmla="*/ 4698623 w 4698611"/>
              <a:gd name="connsiteY8" fmla="*/ 3528340 h 5486399"/>
              <a:gd name="connsiteX9" fmla="*/ 3653070 w 4698611"/>
              <a:gd name="connsiteY9" fmla="*/ 4131387 h 5486399"/>
              <a:gd name="connsiteX10" fmla="*/ 3394839 w 4698611"/>
              <a:gd name="connsiteY10" fmla="*/ 5486428 h 5486399"/>
              <a:gd name="connsiteX11" fmla="*/ 2349306 w 4698611"/>
              <a:gd name="connsiteY11" fmla="*/ 4883373 h 5486399"/>
              <a:gd name="connsiteX12" fmla="*/ 1303772 w 4698611"/>
              <a:gd name="connsiteY12" fmla="*/ 5486428 h 5486399"/>
              <a:gd name="connsiteX13" fmla="*/ 1045541 w 4698611"/>
              <a:gd name="connsiteY13" fmla="*/ 4131387 h 5486399"/>
              <a:gd name="connsiteX14" fmla="*/ -12 w 4698611"/>
              <a:gd name="connsiteY14" fmla="*/ 3528340 h 5486399"/>
              <a:gd name="connsiteX0" fmla="*/ 0 w 4698635"/>
              <a:gd name="connsiteY0" fmla="*/ 3528340 h 5486428"/>
              <a:gd name="connsiteX1" fmla="*/ 723543 w 4698635"/>
              <a:gd name="connsiteY1" fmla="*/ 2441691 h 5486428"/>
              <a:gd name="connsiteX2" fmla="*/ 465319 w 4698635"/>
              <a:gd name="connsiteY2" fmla="*/ 1086653 h 5486428"/>
              <a:gd name="connsiteX3" fmla="*/ 1625787 w 4698635"/>
              <a:gd name="connsiteY3" fmla="*/ 1086655 h 5486428"/>
              <a:gd name="connsiteX4" fmla="*/ 2349318 w 4698635"/>
              <a:gd name="connsiteY4" fmla="*/ 0 h 5486428"/>
              <a:gd name="connsiteX5" fmla="*/ 3072848 w 4698635"/>
              <a:gd name="connsiteY5" fmla="*/ 1086655 h 5486428"/>
              <a:gd name="connsiteX6" fmla="*/ 4233316 w 4698635"/>
              <a:gd name="connsiteY6" fmla="*/ 1086653 h 5486428"/>
              <a:gd name="connsiteX7" fmla="*/ 3975092 w 4698635"/>
              <a:gd name="connsiteY7" fmla="*/ 2441691 h 5486428"/>
              <a:gd name="connsiteX8" fmla="*/ 4698635 w 4698635"/>
              <a:gd name="connsiteY8" fmla="*/ 3528340 h 5486428"/>
              <a:gd name="connsiteX9" fmla="*/ 3653082 w 4698635"/>
              <a:gd name="connsiteY9" fmla="*/ 4131387 h 5486428"/>
              <a:gd name="connsiteX10" fmla="*/ 3394851 w 4698635"/>
              <a:gd name="connsiteY10" fmla="*/ 5486428 h 5486428"/>
              <a:gd name="connsiteX11" fmla="*/ 2349318 w 4698635"/>
              <a:gd name="connsiteY11" fmla="*/ 4883373 h 5486428"/>
              <a:gd name="connsiteX12" fmla="*/ 1303784 w 4698635"/>
              <a:gd name="connsiteY12" fmla="*/ 5486428 h 5486428"/>
              <a:gd name="connsiteX13" fmla="*/ 1045553 w 4698635"/>
              <a:gd name="connsiteY13" fmla="*/ 4131387 h 5486428"/>
              <a:gd name="connsiteX14" fmla="*/ 0 w 4698635"/>
              <a:gd name="connsiteY14" fmla="*/ 3528340 h 5486428"/>
              <a:gd name="connsiteX0" fmla="*/ 0 w 4698635"/>
              <a:gd name="connsiteY0" fmla="*/ 3528340 h 5486428"/>
              <a:gd name="connsiteX1" fmla="*/ 723543 w 4698635"/>
              <a:gd name="connsiteY1" fmla="*/ 2441691 h 5486428"/>
              <a:gd name="connsiteX2" fmla="*/ 465319 w 4698635"/>
              <a:gd name="connsiteY2" fmla="*/ 1086653 h 5486428"/>
              <a:gd name="connsiteX3" fmla="*/ 1625787 w 4698635"/>
              <a:gd name="connsiteY3" fmla="*/ 1086655 h 5486428"/>
              <a:gd name="connsiteX4" fmla="*/ 2349318 w 4698635"/>
              <a:gd name="connsiteY4" fmla="*/ 0 h 5486428"/>
              <a:gd name="connsiteX5" fmla="*/ 3072848 w 4698635"/>
              <a:gd name="connsiteY5" fmla="*/ 1086655 h 5486428"/>
              <a:gd name="connsiteX6" fmla="*/ 4233316 w 4698635"/>
              <a:gd name="connsiteY6" fmla="*/ 1086653 h 5486428"/>
              <a:gd name="connsiteX7" fmla="*/ 3975092 w 4698635"/>
              <a:gd name="connsiteY7" fmla="*/ 2441691 h 5486428"/>
              <a:gd name="connsiteX8" fmla="*/ 4698635 w 4698635"/>
              <a:gd name="connsiteY8" fmla="*/ 3528340 h 5486428"/>
              <a:gd name="connsiteX9" fmla="*/ 3653082 w 4698635"/>
              <a:gd name="connsiteY9" fmla="*/ 4131387 h 5486428"/>
              <a:gd name="connsiteX10" fmla="*/ 3394851 w 4698635"/>
              <a:gd name="connsiteY10" fmla="*/ 5486428 h 5486428"/>
              <a:gd name="connsiteX11" fmla="*/ 2349318 w 4698635"/>
              <a:gd name="connsiteY11" fmla="*/ 4883373 h 5486428"/>
              <a:gd name="connsiteX12" fmla="*/ 1303784 w 4698635"/>
              <a:gd name="connsiteY12" fmla="*/ 5486428 h 5486428"/>
              <a:gd name="connsiteX13" fmla="*/ 1045553 w 4698635"/>
              <a:gd name="connsiteY13" fmla="*/ 4131387 h 5486428"/>
              <a:gd name="connsiteX14" fmla="*/ 0 w 4698635"/>
              <a:gd name="connsiteY14" fmla="*/ 3528340 h 5486428"/>
              <a:gd name="connsiteX0" fmla="*/ 0 w 4698635"/>
              <a:gd name="connsiteY0" fmla="*/ 3528340 h 5486428"/>
              <a:gd name="connsiteX1" fmla="*/ 723543 w 4698635"/>
              <a:gd name="connsiteY1" fmla="*/ 2441691 h 5486428"/>
              <a:gd name="connsiteX2" fmla="*/ 465319 w 4698635"/>
              <a:gd name="connsiteY2" fmla="*/ 1086653 h 5486428"/>
              <a:gd name="connsiteX3" fmla="*/ 1625787 w 4698635"/>
              <a:gd name="connsiteY3" fmla="*/ 1086655 h 5486428"/>
              <a:gd name="connsiteX4" fmla="*/ 2349318 w 4698635"/>
              <a:gd name="connsiteY4" fmla="*/ 0 h 5486428"/>
              <a:gd name="connsiteX5" fmla="*/ 3072848 w 4698635"/>
              <a:gd name="connsiteY5" fmla="*/ 1086655 h 5486428"/>
              <a:gd name="connsiteX6" fmla="*/ 4233316 w 4698635"/>
              <a:gd name="connsiteY6" fmla="*/ 1086653 h 5486428"/>
              <a:gd name="connsiteX7" fmla="*/ 3975092 w 4698635"/>
              <a:gd name="connsiteY7" fmla="*/ 2441691 h 5486428"/>
              <a:gd name="connsiteX8" fmla="*/ 4698635 w 4698635"/>
              <a:gd name="connsiteY8" fmla="*/ 3528340 h 5486428"/>
              <a:gd name="connsiteX9" fmla="*/ 3653082 w 4698635"/>
              <a:gd name="connsiteY9" fmla="*/ 4131387 h 5486428"/>
              <a:gd name="connsiteX10" fmla="*/ 3394851 w 4698635"/>
              <a:gd name="connsiteY10" fmla="*/ 5486428 h 5486428"/>
              <a:gd name="connsiteX11" fmla="*/ 2349318 w 4698635"/>
              <a:gd name="connsiteY11" fmla="*/ 4883373 h 5486428"/>
              <a:gd name="connsiteX12" fmla="*/ 1303784 w 4698635"/>
              <a:gd name="connsiteY12" fmla="*/ 5486428 h 5486428"/>
              <a:gd name="connsiteX13" fmla="*/ 1045553 w 4698635"/>
              <a:gd name="connsiteY13" fmla="*/ 4131387 h 5486428"/>
              <a:gd name="connsiteX14" fmla="*/ 0 w 4698635"/>
              <a:gd name="connsiteY14" fmla="*/ 3528340 h 5486428"/>
              <a:gd name="connsiteX0" fmla="*/ 0 w 4698635"/>
              <a:gd name="connsiteY0" fmla="*/ 3528340 h 5486428"/>
              <a:gd name="connsiteX1" fmla="*/ 723543 w 4698635"/>
              <a:gd name="connsiteY1" fmla="*/ 2441691 h 5486428"/>
              <a:gd name="connsiteX2" fmla="*/ 465319 w 4698635"/>
              <a:gd name="connsiteY2" fmla="*/ 1086653 h 5486428"/>
              <a:gd name="connsiteX3" fmla="*/ 1625787 w 4698635"/>
              <a:gd name="connsiteY3" fmla="*/ 1086655 h 5486428"/>
              <a:gd name="connsiteX4" fmla="*/ 2349318 w 4698635"/>
              <a:gd name="connsiteY4" fmla="*/ 0 h 5486428"/>
              <a:gd name="connsiteX5" fmla="*/ 3072848 w 4698635"/>
              <a:gd name="connsiteY5" fmla="*/ 1086655 h 5486428"/>
              <a:gd name="connsiteX6" fmla="*/ 4233316 w 4698635"/>
              <a:gd name="connsiteY6" fmla="*/ 1086653 h 5486428"/>
              <a:gd name="connsiteX7" fmla="*/ 3975092 w 4698635"/>
              <a:gd name="connsiteY7" fmla="*/ 2441691 h 5486428"/>
              <a:gd name="connsiteX8" fmla="*/ 4698635 w 4698635"/>
              <a:gd name="connsiteY8" fmla="*/ 3528340 h 5486428"/>
              <a:gd name="connsiteX9" fmla="*/ 3653082 w 4698635"/>
              <a:gd name="connsiteY9" fmla="*/ 4131387 h 5486428"/>
              <a:gd name="connsiteX10" fmla="*/ 3394851 w 4698635"/>
              <a:gd name="connsiteY10" fmla="*/ 5486428 h 5486428"/>
              <a:gd name="connsiteX11" fmla="*/ 2349318 w 4698635"/>
              <a:gd name="connsiteY11" fmla="*/ 4883373 h 5486428"/>
              <a:gd name="connsiteX12" fmla="*/ 1303784 w 4698635"/>
              <a:gd name="connsiteY12" fmla="*/ 5486428 h 5486428"/>
              <a:gd name="connsiteX13" fmla="*/ 1045553 w 4698635"/>
              <a:gd name="connsiteY13" fmla="*/ 4131387 h 5486428"/>
              <a:gd name="connsiteX14" fmla="*/ 0 w 4698635"/>
              <a:gd name="connsiteY14" fmla="*/ 3528340 h 5486428"/>
              <a:gd name="connsiteX0" fmla="*/ 11179 w 4709814"/>
              <a:gd name="connsiteY0" fmla="*/ 3528340 h 5486428"/>
              <a:gd name="connsiteX1" fmla="*/ 734722 w 4709814"/>
              <a:gd name="connsiteY1" fmla="*/ 2441691 h 5486428"/>
              <a:gd name="connsiteX2" fmla="*/ 476498 w 4709814"/>
              <a:gd name="connsiteY2" fmla="*/ 1086653 h 5486428"/>
              <a:gd name="connsiteX3" fmla="*/ 1636966 w 4709814"/>
              <a:gd name="connsiteY3" fmla="*/ 1086655 h 5486428"/>
              <a:gd name="connsiteX4" fmla="*/ 2360497 w 4709814"/>
              <a:gd name="connsiteY4" fmla="*/ 0 h 5486428"/>
              <a:gd name="connsiteX5" fmla="*/ 3084027 w 4709814"/>
              <a:gd name="connsiteY5" fmla="*/ 1086655 h 5486428"/>
              <a:gd name="connsiteX6" fmla="*/ 4244495 w 4709814"/>
              <a:gd name="connsiteY6" fmla="*/ 1086653 h 5486428"/>
              <a:gd name="connsiteX7" fmla="*/ 3986271 w 4709814"/>
              <a:gd name="connsiteY7" fmla="*/ 2441691 h 5486428"/>
              <a:gd name="connsiteX8" fmla="*/ 4709814 w 4709814"/>
              <a:gd name="connsiteY8" fmla="*/ 3528340 h 5486428"/>
              <a:gd name="connsiteX9" fmla="*/ 3664261 w 4709814"/>
              <a:gd name="connsiteY9" fmla="*/ 4131387 h 5486428"/>
              <a:gd name="connsiteX10" fmla="*/ 3406030 w 4709814"/>
              <a:gd name="connsiteY10" fmla="*/ 5486428 h 5486428"/>
              <a:gd name="connsiteX11" fmla="*/ 2360497 w 4709814"/>
              <a:gd name="connsiteY11" fmla="*/ 4883373 h 5486428"/>
              <a:gd name="connsiteX12" fmla="*/ 1314963 w 4709814"/>
              <a:gd name="connsiteY12" fmla="*/ 5486428 h 5486428"/>
              <a:gd name="connsiteX13" fmla="*/ 1056732 w 4709814"/>
              <a:gd name="connsiteY13" fmla="*/ 4131387 h 5486428"/>
              <a:gd name="connsiteX14" fmla="*/ 11179 w 4709814"/>
              <a:gd name="connsiteY14" fmla="*/ 3528340 h 5486428"/>
              <a:gd name="connsiteX0" fmla="*/ 11179 w 4709814"/>
              <a:gd name="connsiteY0" fmla="*/ 3528340 h 5486428"/>
              <a:gd name="connsiteX1" fmla="*/ 734722 w 4709814"/>
              <a:gd name="connsiteY1" fmla="*/ 2441691 h 5486428"/>
              <a:gd name="connsiteX2" fmla="*/ 476498 w 4709814"/>
              <a:gd name="connsiteY2" fmla="*/ 1086653 h 5486428"/>
              <a:gd name="connsiteX3" fmla="*/ 1636966 w 4709814"/>
              <a:gd name="connsiteY3" fmla="*/ 1086655 h 5486428"/>
              <a:gd name="connsiteX4" fmla="*/ 2360497 w 4709814"/>
              <a:gd name="connsiteY4" fmla="*/ 0 h 5486428"/>
              <a:gd name="connsiteX5" fmla="*/ 3084027 w 4709814"/>
              <a:gd name="connsiteY5" fmla="*/ 1086655 h 5486428"/>
              <a:gd name="connsiteX6" fmla="*/ 4244495 w 4709814"/>
              <a:gd name="connsiteY6" fmla="*/ 1086653 h 5486428"/>
              <a:gd name="connsiteX7" fmla="*/ 3986271 w 4709814"/>
              <a:gd name="connsiteY7" fmla="*/ 2441691 h 5486428"/>
              <a:gd name="connsiteX8" fmla="*/ 4709814 w 4709814"/>
              <a:gd name="connsiteY8" fmla="*/ 3528340 h 5486428"/>
              <a:gd name="connsiteX9" fmla="*/ 3664261 w 4709814"/>
              <a:gd name="connsiteY9" fmla="*/ 4131387 h 5486428"/>
              <a:gd name="connsiteX10" fmla="*/ 3406030 w 4709814"/>
              <a:gd name="connsiteY10" fmla="*/ 5486428 h 5486428"/>
              <a:gd name="connsiteX11" fmla="*/ 2360497 w 4709814"/>
              <a:gd name="connsiteY11" fmla="*/ 4883373 h 5486428"/>
              <a:gd name="connsiteX12" fmla="*/ 1314963 w 4709814"/>
              <a:gd name="connsiteY12" fmla="*/ 5486428 h 5486428"/>
              <a:gd name="connsiteX13" fmla="*/ 1056732 w 4709814"/>
              <a:gd name="connsiteY13" fmla="*/ 4131387 h 5486428"/>
              <a:gd name="connsiteX14" fmla="*/ 11179 w 4709814"/>
              <a:gd name="connsiteY14" fmla="*/ 3528340 h 5486428"/>
              <a:gd name="connsiteX0" fmla="*/ 11 w 4698646"/>
              <a:gd name="connsiteY0" fmla="*/ 3528340 h 5486428"/>
              <a:gd name="connsiteX1" fmla="*/ 723554 w 4698646"/>
              <a:gd name="connsiteY1" fmla="*/ 2441691 h 5486428"/>
              <a:gd name="connsiteX2" fmla="*/ 465330 w 4698646"/>
              <a:gd name="connsiteY2" fmla="*/ 1086653 h 5486428"/>
              <a:gd name="connsiteX3" fmla="*/ 1625798 w 4698646"/>
              <a:gd name="connsiteY3" fmla="*/ 1086655 h 5486428"/>
              <a:gd name="connsiteX4" fmla="*/ 2349329 w 4698646"/>
              <a:gd name="connsiteY4" fmla="*/ 0 h 5486428"/>
              <a:gd name="connsiteX5" fmla="*/ 3072859 w 4698646"/>
              <a:gd name="connsiteY5" fmla="*/ 1086655 h 5486428"/>
              <a:gd name="connsiteX6" fmla="*/ 4233327 w 4698646"/>
              <a:gd name="connsiteY6" fmla="*/ 1086653 h 5486428"/>
              <a:gd name="connsiteX7" fmla="*/ 3975103 w 4698646"/>
              <a:gd name="connsiteY7" fmla="*/ 2441691 h 5486428"/>
              <a:gd name="connsiteX8" fmla="*/ 4698646 w 4698646"/>
              <a:gd name="connsiteY8" fmla="*/ 3528340 h 5486428"/>
              <a:gd name="connsiteX9" fmla="*/ 3653093 w 4698646"/>
              <a:gd name="connsiteY9" fmla="*/ 4131387 h 5486428"/>
              <a:gd name="connsiteX10" fmla="*/ 3394862 w 4698646"/>
              <a:gd name="connsiteY10" fmla="*/ 5486428 h 5486428"/>
              <a:gd name="connsiteX11" fmla="*/ 2349329 w 4698646"/>
              <a:gd name="connsiteY11" fmla="*/ 4883373 h 5486428"/>
              <a:gd name="connsiteX12" fmla="*/ 1303795 w 4698646"/>
              <a:gd name="connsiteY12" fmla="*/ 5486428 h 5486428"/>
              <a:gd name="connsiteX13" fmla="*/ 1045564 w 4698646"/>
              <a:gd name="connsiteY13" fmla="*/ 4131387 h 5486428"/>
              <a:gd name="connsiteX14" fmla="*/ 11 w 4698646"/>
              <a:gd name="connsiteY14" fmla="*/ 3528340 h 5486428"/>
              <a:gd name="connsiteX0" fmla="*/ 11 w 4698646"/>
              <a:gd name="connsiteY0" fmla="*/ 3528340 h 5486428"/>
              <a:gd name="connsiteX1" fmla="*/ 723554 w 4698646"/>
              <a:gd name="connsiteY1" fmla="*/ 2441691 h 5486428"/>
              <a:gd name="connsiteX2" fmla="*/ 465330 w 4698646"/>
              <a:gd name="connsiteY2" fmla="*/ 1086653 h 5486428"/>
              <a:gd name="connsiteX3" fmla="*/ 1625798 w 4698646"/>
              <a:gd name="connsiteY3" fmla="*/ 1086655 h 5486428"/>
              <a:gd name="connsiteX4" fmla="*/ 2349329 w 4698646"/>
              <a:gd name="connsiteY4" fmla="*/ 0 h 5486428"/>
              <a:gd name="connsiteX5" fmla="*/ 3072859 w 4698646"/>
              <a:gd name="connsiteY5" fmla="*/ 1086655 h 5486428"/>
              <a:gd name="connsiteX6" fmla="*/ 4233327 w 4698646"/>
              <a:gd name="connsiteY6" fmla="*/ 1086653 h 5486428"/>
              <a:gd name="connsiteX7" fmla="*/ 3975103 w 4698646"/>
              <a:gd name="connsiteY7" fmla="*/ 2441691 h 5486428"/>
              <a:gd name="connsiteX8" fmla="*/ 4698646 w 4698646"/>
              <a:gd name="connsiteY8" fmla="*/ 3528340 h 5486428"/>
              <a:gd name="connsiteX9" fmla="*/ 3653093 w 4698646"/>
              <a:gd name="connsiteY9" fmla="*/ 4131387 h 5486428"/>
              <a:gd name="connsiteX10" fmla="*/ 3394862 w 4698646"/>
              <a:gd name="connsiteY10" fmla="*/ 5486428 h 5486428"/>
              <a:gd name="connsiteX11" fmla="*/ 2349329 w 4698646"/>
              <a:gd name="connsiteY11" fmla="*/ 4883373 h 5486428"/>
              <a:gd name="connsiteX12" fmla="*/ 1303795 w 4698646"/>
              <a:gd name="connsiteY12" fmla="*/ 5486428 h 5486428"/>
              <a:gd name="connsiteX13" fmla="*/ 1045564 w 4698646"/>
              <a:gd name="connsiteY13" fmla="*/ 4131387 h 5486428"/>
              <a:gd name="connsiteX14" fmla="*/ 11 w 4698646"/>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9622"/>
              <a:gd name="connsiteY0" fmla="*/ 3528340 h 5492794"/>
              <a:gd name="connsiteX1" fmla="*/ 723552 w 4699622"/>
              <a:gd name="connsiteY1" fmla="*/ 2441691 h 5492794"/>
              <a:gd name="connsiteX2" fmla="*/ 465328 w 4699622"/>
              <a:gd name="connsiteY2" fmla="*/ 1086653 h 5492794"/>
              <a:gd name="connsiteX3" fmla="*/ 1625796 w 4699622"/>
              <a:gd name="connsiteY3" fmla="*/ 1086655 h 5492794"/>
              <a:gd name="connsiteX4" fmla="*/ 2349327 w 4699622"/>
              <a:gd name="connsiteY4" fmla="*/ 0 h 5492794"/>
              <a:gd name="connsiteX5" fmla="*/ 3072857 w 4699622"/>
              <a:gd name="connsiteY5" fmla="*/ 1086655 h 5492794"/>
              <a:gd name="connsiteX6" fmla="*/ 4317731 w 4699622"/>
              <a:gd name="connsiteY6" fmla="*/ 1058518 h 5492794"/>
              <a:gd name="connsiteX7" fmla="*/ 3975101 w 4699622"/>
              <a:gd name="connsiteY7" fmla="*/ 2441691 h 5492794"/>
              <a:gd name="connsiteX8" fmla="*/ 4698644 w 4699622"/>
              <a:gd name="connsiteY8" fmla="*/ 3528340 h 5492794"/>
              <a:gd name="connsiteX9" fmla="*/ 3653091 w 4699622"/>
              <a:gd name="connsiteY9" fmla="*/ 4131387 h 5492794"/>
              <a:gd name="connsiteX10" fmla="*/ 3394860 w 4699622"/>
              <a:gd name="connsiteY10" fmla="*/ 5486428 h 5492794"/>
              <a:gd name="connsiteX11" fmla="*/ 2349327 w 4699622"/>
              <a:gd name="connsiteY11" fmla="*/ 4883373 h 5492794"/>
              <a:gd name="connsiteX12" fmla="*/ 1303793 w 4699622"/>
              <a:gd name="connsiteY12" fmla="*/ 5486428 h 5492794"/>
              <a:gd name="connsiteX13" fmla="*/ 1045562 w 4699622"/>
              <a:gd name="connsiteY13" fmla="*/ 4131387 h 5492794"/>
              <a:gd name="connsiteX14" fmla="*/ 9 w 4699622"/>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520153"/>
              <a:gd name="connsiteX1" fmla="*/ 723552 w 4701671"/>
              <a:gd name="connsiteY1" fmla="*/ 2441691 h 5520153"/>
              <a:gd name="connsiteX2" fmla="*/ 465328 w 4701671"/>
              <a:gd name="connsiteY2" fmla="*/ 1086653 h 5520153"/>
              <a:gd name="connsiteX3" fmla="*/ 1625796 w 4701671"/>
              <a:gd name="connsiteY3" fmla="*/ 1086655 h 5520153"/>
              <a:gd name="connsiteX4" fmla="*/ 2349327 w 4701671"/>
              <a:gd name="connsiteY4" fmla="*/ 0 h 5520153"/>
              <a:gd name="connsiteX5" fmla="*/ 3072857 w 4701671"/>
              <a:gd name="connsiteY5" fmla="*/ 1086655 h 5520153"/>
              <a:gd name="connsiteX6" fmla="*/ 4317731 w 4701671"/>
              <a:gd name="connsiteY6" fmla="*/ 1058518 h 5520153"/>
              <a:gd name="connsiteX7" fmla="*/ 3975101 w 4701671"/>
              <a:gd name="connsiteY7" fmla="*/ 2441691 h 5520153"/>
              <a:gd name="connsiteX8" fmla="*/ 4698644 w 4701671"/>
              <a:gd name="connsiteY8" fmla="*/ 3528340 h 5520153"/>
              <a:gd name="connsiteX9" fmla="*/ 3653091 w 4701671"/>
              <a:gd name="connsiteY9" fmla="*/ 4131387 h 5520153"/>
              <a:gd name="connsiteX10" fmla="*/ 3394860 w 4701671"/>
              <a:gd name="connsiteY10" fmla="*/ 5486428 h 5520153"/>
              <a:gd name="connsiteX11" fmla="*/ 2349327 w 4701671"/>
              <a:gd name="connsiteY11" fmla="*/ 4883373 h 5520153"/>
              <a:gd name="connsiteX12" fmla="*/ 1303793 w 4701671"/>
              <a:gd name="connsiteY12" fmla="*/ 5486428 h 5520153"/>
              <a:gd name="connsiteX13" fmla="*/ 1045562 w 4701671"/>
              <a:gd name="connsiteY13" fmla="*/ 4131387 h 5520153"/>
              <a:gd name="connsiteX14" fmla="*/ 9 w 4701671"/>
              <a:gd name="connsiteY14" fmla="*/ 3528340 h 5520153"/>
              <a:gd name="connsiteX0" fmla="*/ 9 w 4701671"/>
              <a:gd name="connsiteY0" fmla="*/ 3528340 h 5520153"/>
              <a:gd name="connsiteX1" fmla="*/ 723552 w 4701671"/>
              <a:gd name="connsiteY1" fmla="*/ 2441691 h 5520153"/>
              <a:gd name="connsiteX2" fmla="*/ 465328 w 4701671"/>
              <a:gd name="connsiteY2" fmla="*/ 1086653 h 5520153"/>
              <a:gd name="connsiteX3" fmla="*/ 1625796 w 4701671"/>
              <a:gd name="connsiteY3" fmla="*/ 1086655 h 5520153"/>
              <a:gd name="connsiteX4" fmla="*/ 2349327 w 4701671"/>
              <a:gd name="connsiteY4" fmla="*/ 0 h 5520153"/>
              <a:gd name="connsiteX5" fmla="*/ 3072857 w 4701671"/>
              <a:gd name="connsiteY5" fmla="*/ 1086655 h 5520153"/>
              <a:gd name="connsiteX6" fmla="*/ 4317731 w 4701671"/>
              <a:gd name="connsiteY6" fmla="*/ 1058518 h 5520153"/>
              <a:gd name="connsiteX7" fmla="*/ 3975101 w 4701671"/>
              <a:gd name="connsiteY7" fmla="*/ 2441691 h 5520153"/>
              <a:gd name="connsiteX8" fmla="*/ 4698644 w 4701671"/>
              <a:gd name="connsiteY8" fmla="*/ 3528340 h 5520153"/>
              <a:gd name="connsiteX9" fmla="*/ 3653091 w 4701671"/>
              <a:gd name="connsiteY9" fmla="*/ 4131387 h 5520153"/>
              <a:gd name="connsiteX10" fmla="*/ 3394860 w 4701671"/>
              <a:gd name="connsiteY10" fmla="*/ 5486428 h 5520153"/>
              <a:gd name="connsiteX11" fmla="*/ 2349327 w 4701671"/>
              <a:gd name="connsiteY11" fmla="*/ 4883373 h 5520153"/>
              <a:gd name="connsiteX12" fmla="*/ 1303793 w 4701671"/>
              <a:gd name="connsiteY12" fmla="*/ 5486428 h 5520153"/>
              <a:gd name="connsiteX13" fmla="*/ 1045562 w 4701671"/>
              <a:gd name="connsiteY13" fmla="*/ 4131387 h 5520153"/>
              <a:gd name="connsiteX14" fmla="*/ 9 w 4701671"/>
              <a:gd name="connsiteY14" fmla="*/ 3528340 h 5520153"/>
              <a:gd name="connsiteX0" fmla="*/ 9 w 4701671"/>
              <a:gd name="connsiteY0" fmla="*/ 3528340 h 5520153"/>
              <a:gd name="connsiteX1" fmla="*/ 723552 w 4701671"/>
              <a:gd name="connsiteY1" fmla="*/ 2441691 h 5520153"/>
              <a:gd name="connsiteX2" fmla="*/ 465328 w 4701671"/>
              <a:gd name="connsiteY2" fmla="*/ 1086653 h 5520153"/>
              <a:gd name="connsiteX3" fmla="*/ 1625796 w 4701671"/>
              <a:gd name="connsiteY3" fmla="*/ 1086655 h 5520153"/>
              <a:gd name="connsiteX4" fmla="*/ 2349327 w 4701671"/>
              <a:gd name="connsiteY4" fmla="*/ 0 h 5520153"/>
              <a:gd name="connsiteX5" fmla="*/ 3072857 w 4701671"/>
              <a:gd name="connsiteY5" fmla="*/ 1086655 h 5520153"/>
              <a:gd name="connsiteX6" fmla="*/ 4317731 w 4701671"/>
              <a:gd name="connsiteY6" fmla="*/ 1058518 h 5520153"/>
              <a:gd name="connsiteX7" fmla="*/ 3975101 w 4701671"/>
              <a:gd name="connsiteY7" fmla="*/ 2441691 h 5520153"/>
              <a:gd name="connsiteX8" fmla="*/ 4698644 w 4701671"/>
              <a:gd name="connsiteY8" fmla="*/ 3528340 h 5520153"/>
              <a:gd name="connsiteX9" fmla="*/ 3653091 w 4701671"/>
              <a:gd name="connsiteY9" fmla="*/ 4131387 h 5520153"/>
              <a:gd name="connsiteX10" fmla="*/ 3394860 w 4701671"/>
              <a:gd name="connsiteY10" fmla="*/ 5486428 h 5520153"/>
              <a:gd name="connsiteX11" fmla="*/ 2349327 w 4701671"/>
              <a:gd name="connsiteY11" fmla="*/ 4883373 h 5520153"/>
              <a:gd name="connsiteX12" fmla="*/ 1303793 w 4701671"/>
              <a:gd name="connsiteY12" fmla="*/ 5486428 h 5520153"/>
              <a:gd name="connsiteX13" fmla="*/ 1045562 w 4701671"/>
              <a:gd name="connsiteY13" fmla="*/ 4131387 h 5520153"/>
              <a:gd name="connsiteX14" fmla="*/ 9 w 4701671"/>
              <a:gd name="connsiteY14" fmla="*/ 3528340 h 5520153"/>
              <a:gd name="connsiteX0" fmla="*/ 9 w 4701671"/>
              <a:gd name="connsiteY0" fmla="*/ 3528340 h 5520153"/>
              <a:gd name="connsiteX1" fmla="*/ 723552 w 4701671"/>
              <a:gd name="connsiteY1" fmla="*/ 2441691 h 5520153"/>
              <a:gd name="connsiteX2" fmla="*/ 465328 w 4701671"/>
              <a:gd name="connsiteY2" fmla="*/ 1086653 h 5520153"/>
              <a:gd name="connsiteX3" fmla="*/ 1625796 w 4701671"/>
              <a:gd name="connsiteY3" fmla="*/ 1086655 h 5520153"/>
              <a:gd name="connsiteX4" fmla="*/ 2349327 w 4701671"/>
              <a:gd name="connsiteY4" fmla="*/ 0 h 5520153"/>
              <a:gd name="connsiteX5" fmla="*/ 3072857 w 4701671"/>
              <a:gd name="connsiteY5" fmla="*/ 1086655 h 5520153"/>
              <a:gd name="connsiteX6" fmla="*/ 4317731 w 4701671"/>
              <a:gd name="connsiteY6" fmla="*/ 1058518 h 5520153"/>
              <a:gd name="connsiteX7" fmla="*/ 3975101 w 4701671"/>
              <a:gd name="connsiteY7" fmla="*/ 2441691 h 5520153"/>
              <a:gd name="connsiteX8" fmla="*/ 4698644 w 4701671"/>
              <a:gd name="connsiteY8" fmla="*/ 3528340 h 5520153"/>
              <a:gd name="connsiteX9" fmla="*/ 3653091 w 4701671"/>
              <a:gd name="connsiteY9" fmla="*/ 4131387 h 5520153"/>
              <a:gd name="connsiteX10" fmla="*/ 3394860 w 4701671"/>
              <a:gd name="connsiteY10" fmla="*/ 5486428 h 5520153"/>
              <a:gd name="connsiteX11" fmla="*/ 2349327 w 4701671"/>
              <a:gd name="connsiteY11" fmla="*/ 4883373 h 5520153"/>
              <a:gd name="connsiteX12" fmla="*/ 1303793 w 4701671"/>
              <a:gd name="connsiteY12" fmla="*/ 5486428 h 5520153"/>
              <a:gd name="connsiteX13" fmla="*/ 1045562 w 4701671"/>
              <a:gd name="connsiteY13" fmla="*/ 4131387 h 5520153"/>
              <a:gd name="connsiteX14" fmla="*/ 9 w 4701671"/>
              <a:gd name="connsiteY14" fmla="*/ 3528340 h 5520153"/>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51 h 5515302"/>
              <a:gd name="connsiteX1" fmla="*/ 723552 w 4701671"/>
              <a:gd name="connsiteY1" fmla="*/ 2441702 h 5515302"/>
              <a:gd name="connsiteX2" fmla="*/ 465328 w 4701671"/>
              <a:gd name="connsiteY2" fmla="*/ 1086664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 name="connsiteX0" fmla="*/ 9 w 4701671"/>
              <a:gd name="connsiteY0" fmla="*/ 3528351 h 5515302"/>
              <a:gd name="connsiteX1" fmla="*/ 723552 w 4701671"/>
              <a:gd name="connsiteY1" fmla="*/ 2441702 h 5515302"/>
              <a:gd name="connsiteX2" fmla="*/ 465328 w 4701671"/>
              <a:gd name="connsiteY2" fmla="*/ 1086664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 name="connsiteX0" fmla="*/ 9 w 4701671"/>
              <a:gd name="connsiteY0" fmla="*/ 3528351 h 5515302"/>
              <a:gd name="connsiteX1" fmla="*/ 723552 w 4701671"/>
              <a:gd name="connsiteY1" fmla="*/ 2441702 h 5515302"/>
              <a:gd name="connsiteX2" fmla="*/ 465328 w 4701671"/>
              <a:gd name="connsiteY2" fmla="*/ 1086664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 name="connsiteX0" fmla="*/ 9 w 4701671"/>
              <a:gd name="connsiteY0" fmla="*/ 3528351 h 5515302"/>
              <a:gd name="connsiteX1" fmla="*/ 723552 w 4701671"/>
              <a:gd name="connsiteY1" fmla="*/ 2441702 h 5515302"/>
              <a:gd name="connsiteX2" fmla="*/ 352787 w 4701671"/>
              <a:gd name="connsiteY2" fmla="*/ 1016325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 name="connsiteX0" fmla="*/ 9 w 4701671"/>
              <a:gd name="connsiteY0" fmla="*/ 3528351 h 5515302"/>
              <a:gd name="connsiteX1" fmla="*/ 723552 w 4701671"/>
              <a:gd name="connsiteY1" fmla="*/ 2441702 h 5515302"/>
              <a:gd name="connsiteX2" fmla="*/ 352787 w 4701671"/>
              <a:gd name="connsiteY2" fmla="*/ 1016325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701671" h="5515302">
                <a:moveTo>
                  <a:pt x="9" y="3528351"/>
                </a:moveTo>
                <a:cubicBezTo>
                  <a:pt x="30175" y="3123932"/>
                  <a:pt x="707454" y="2846121"/>
                  <a:pt x="723552" y="2441702"/>
                </a:cubicBezTo>
                <a:cubicBezTo>
                  <a:pt x="764087" y="1990023"/>
                  <a:pt x="143440" y="1411734"/>
                  <a:pt x="352787" y="1016325"/>
                </a:cubicBezTo>
                <a:cubicBezTo>
                  <a:pt x="528595" y="706836"/>
                  <a:pt x="1309311" y="1382087"/>
                  <a:pt x="1625796" y="1086666"/>
                </a:cubicBezTo>
                <a:cubicBezTo>
                  <a:pt x="1895108" y="836990"/>
                  <a:pt x="1981541" y="-3531"/>
                  <a:pt x="2349327" y="11"/>
                </a:cubicBezTo>
                <a:cubicBezTo>
                  <a:pt x="2745249" y="10537"/>
                  <a:pt x="2691002" y="1090208"/>
                  <a:pt x="3072857" y="1086666"/>
                </a:cubicBezTo>
                <a:cubicBezTo>
                  <a:pt x="3459680" y="1199207"/>
                  <a:pt x="4226330" y="650566"/>
                  <a:pt x="4317731" y="1058529"/>
                </a:cubicBezTo>
                <a:cubicBezTo>
                  <a:pt x="4498942" y="1538344"/>
                  <a:pt x="3920499" y="2046294"/>
                  <a:pt x="3975101" y="2441702"/>
                </a:cubicBezTo>
                <a:cubicBezTo>
                  <a:pt x="4061538" y="2930528"/>
                  <a:pt x="4752884" y="3109865"/>
                  <a:pt x="4698644" y="3528351"/>
                </a:cubicBezTo>
                <a:cubicBezTo>
                  <a:pt x="4729954" y="3968518"/>
                  <a:pt x="3903135" y="3845976"/>
                  <a:pt x="3653091" y="4131398"/>
                </a:cubicBezTo>
                <a:cubicBezTo>
                  <a:pt x="3384134" y="4428334"/>
                  <a:pt x="3762291" y="5161369"/>
                  <a:pt x="3394860" y="5486439"/>
                </a:cubicBezTo>
                <a:cubicBezTo>
                  <a:pt x="3060417" y="5665249"/>
                  <a:pt x="2796312" y="4957793"/>
                  <a:pt x="2349327" y="4883384"/>
                </a:cubicBezTo>
                <a:cubicBezTo>
                  <a:pt x="1972680" y="4732709"/>
                  <a:pt x="1736710" y="5552707"/>
                  <a:pt x="1303793" y="5486439"/>
                </a:cubicBezTo>
                <a:cubicBezTo>
                  <a:pt x="936362" y="5428654"/>
                  <a:pt x="1244180" y="4428333"/>
                  <a:pt x="1045562" y="4131398"/>
                </a:cubicBezTo>
                <a:cubicBezTo>
                  <a:pt x="879924" y="3803773"/>
                  <a:pt x="-3166" y="4038856"/>
                  <a:pt x="9" y="3528351"/>
                </a:cubicBezTo>
                <a:close/>
              </a:path>
            </a:pathLst>
          </a:custGeom>
          <a:gradFill>
            <a:gsLst>
              <a:gs pos="0">
                <a:schemeClr val="accent5">
                  <a:lumMod val="50000"/>
                </a:schemeClr>
              </a:gs>
              <a:gs pos="100000">
                <a:srgbClr val="00B0F0"/>
              </a:gs>
            </a:gsLst>
            <a:lin ang="27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tar line">
            <a:extLst>
              <a:ext uri="{FF2B5EF4-FFF2-40B4-BE49-F238E27FC236}">
                <a16:creationId xmlns:a16="http://schemas.microsoft.com/office/drawing/2014/main" id="{973E9A4C-284F-4287-8D09-28B39C6171FA}"/>
              </a:ext>
            </a:extLst>
          </p:cNvPr>
          <p:cNvSpPr/>
          <p:nvPr/>
        </p:nvSpPr>
        <p:spPr>
          <a:xfrm>
            <a:off x="4810147" y="-2363568"/>
            <a:ext cx="9458445" cy="9391813"/>
          </a:xfrm>
          <a:custGeom>
            <a:avLst/>
            <a:gdLst>
              <a:gd name="connsiteX0" fmla="*/ -12 w 4698611"/>
              <a:gd name="connsiteY0" fmla="*/ 3528340 h 5486399"/>
              <a:gd name="connsiteX1" fmla="*/ 723531 w 4698611"/>
              <a:gd name="connsiteY1" fmla="*/ 2441691 h 5486399"/>
              <a:gd name="connsiteX2" fmla="*/ 465307 w 4698611"/>
              <a:gd name="connsiteY2" fmla="*/ 1086653 h 5486399"/>
              <a:gd name="connsiteX3" fmla="*/ 1625775 w 4698611"/>
              <a:gd name="connsiteY3" fmla="*/ 1086655 h 5486399"/>
              <a:gd name="connsiteX4" fmla="*/ 2349306 w 4698611"/>
              <a:gd name="connsiteY4" fmla="*/ 0 h 5486399"/>
              <a:gd name="connsiteX5" fmla="*/ 3072836 w 4698611"/>
              <a:gd name="connsiteY5" fmla="*/ 1086655 h 5486399"/>
              <a:gd name="connsiteX6" fmla="*/ 4233304 w 4698611"/>
              <a:gd name="connsiteY6" fmla="*/ 1086653 h 5486399"/>
              <a:gd name="connsiteX7" fmla="*/ 3975080 w 4698611"/>
              <a:gd name="connsiteY7" fmla="*/ 2441691 h 5486399"/>
              <a:gd name="connsiteX8" fmla="*/ 4698623 w 4698611"/>
              <a:gd name="connsiteY8" fmla="*/ 3528340 h 5486399"/>
              <a:gd name="connsiteX9" fmla="*/ 3653070 w 4698611"/>
              <a:gd name="connsiteY9" fmla="*/ 4131387 h 5486399"/>
              <a:gd name="connsiteX10" fmla="*/ 3394839 w 4698611"/>
              <a:gd name="connsiteY10" fmla="*/ 5486428 h 5486399"/>
              <a:gd name="connsiteX11" fmla="*/ 2349306 w 4698611"/>
              <a:gd name="connsiteY11" fmla="*/ 4883373 h 5486399"/>
              <a:gd name="connsiteX12" fmla="*/ 1303772 w 4698611"/>
              <a:gd name="connsiteY12" fmla="*/ 5486428 h 5486399"/>
              <a:gd name="connsiteX13" fmla="*/ 1045541 w 4698611"/>
              <a:gd name="connsiteY13" fmla="*/ 4131387 h 5486399"/>
              <a:gd name="connsiteX14" fmla="*/ -12 w 4698611"/>
              <a:gd name="connsiteY14" fmla="*/ 3528340 h 5486399"/>
              <a:gd name="connsiteX0" fmla="*/ 0 w 4698635"/>
              <a:gd name="connsiteY0" fmla="*/ 3528340 h 5486428"/>
              <a:gd name="connsiteX1" fmla="*/ 723543 w 4698635"/>
              <a:gd name="connsiteY1" fmla="*/ 2441691 h 5486428"/>
              <a:gd name="connsiteX2" fmla="*/ 465319 w 4698635"/>
              <a:gd name="connsiteY2" fmla="*/ 1086653 h 5486428"/>
              <a:gd name="connsiteX3" fmla="*/ 1625787 w 4698635"/>
              <a:gd name="connsiteY3" fmla="*/ 1086655 h 5486428"/>
              <a:gd name="connsiteX4" fmla="*/ 2349318 w 4698635"/>
              <a:gd name="connsiteY4" fmla="*/ 0 h 5486428"/>
              <a:gd name="connsiteX5" fmla="*/ 3072848 w 4698635"/>
              <a:gd name="connsiteY5" fmla="*/ 1086655 h 5486428"/>
              <a:gd name="connsiteX6" fmla="*/ 4233316 w 4698635"/>
              <a:gd name="connsiteY6" fmla="*/ 1086653 h 5486428"/>
              <a:gd name="connsiteX7" fmla="*/ 3975092 w 4698635"/>
              <a:gd name="connsiteY7" fmla="*/ 2441691 h 5486428"/>
              <a:gd name="connsiteX8" fmla="*/ 4698635 w 4698635"/>
              <a:gd name="connsiteY8" fmla="*/ 3528340 h 5486428"/>
              <a:gd name="connsiteX9" fmla="*/ 3653082 w 4698635"/>
              <a:gd name="connsiteY9" fmla="*/ 4131387 h 5486428"/>
              <a:gd name="connsiteX10" fmla="*/ 3394851 w 4698635"/>
              <a:gd name="connsiteY10" fmla="*/ 5486428 h 5486428"/>
              <a:gd name="connsiteX11" fmla="*/ 2349318 w 4698635"/>
              <a:gd name="connsiteY11" fmla="*/ 4883373 h 5486428"/>
              <a:gd name="connsiteX12" fmla="*/ 1303784 w 4698635"/>
              <a:gd name="connsiteY12" fmla="*/ 5486428 h 5486428"/>
              <a:gd name="connsiteX13" fmla="*/ 1045553 w 4698635"/>
              <a:gd name="connsiteY13" fmla="*/ 4131387 h 5486428"/>
              <a:gd name="connsiteX14" fmla="*/ 0 w 4698635"/>
              <a:gd name="connsiteY14" fmla="*/ 3528340 h 5486428"/>
              <a:gd name="connsiteX0" fmla="*/ 0 w 4698635"/>
              <a:gd name="connsiteY0" fmla="*/ 3528340 h 5486428"/>
              <a:gd name="connsiteX1" fmla="*/ 723543 w 4698635"/>
              <a:gd name="connsiteY1" fmla="*/ 2441691 h 5486428"/>
              <a:gd name="connsiteX2" fmla="*/ 465319 w 4698635"/>
              <a:gd name="connsiteY2" fmla="*/ 1086653 h 5486428"/>
              <a:gd name="connsiteX3" fmla="*/ 1625787 w 4698635"/>
              <a:gd name="connsiteY3" fmla="*/ 1086655 h 5486428"/>
              <a:gd name="connsiteX4" fmla="*/ 2349318 w 4698635"/>
              <a:gd name="connsiteY4" fmla="*/ 0 h 5486428"/>
              <a:gd name="connsiteX5" fmla="*/ 3072848 w 4698635"/>
              <a:gd name="connsiteY5" fmla="*/ 1086655 h 5486428"/>
              <a:gd name="connsiteX6" fmla="*/ 4233316 w 4698635"/>
              <a:gd name="connsiteY6" fmla="*/ 1086653 h 5486428"/>
              <a:gd name="connsiteX7" fmla="*/ 3975092 w 4698635"/>
              <a:gd name="connsiteY7" fmla="*/ 2441691 h 5486428"/>
              <a:gd name="connsiteX8" fmla="*/ 4698635 w 4698635"/>
              <a:gd name="connsiteY8" fmla="*/ 3528340 h 5486428"/>
              <a:gd name="connsiteX9" fmla="*/ 3653082 w 4698635"/>
              <a:gd name="connsiteY9" fmla="*/ 4131387 h 5486428"/>
              <a:gd name="connsiteX10" fmla="*/ 3394851 w 4698635"/>
              <a:gd name="connsiteY10" fmla="*/ 5486428 h 5486428"/>
              <a:gd name="connsiteX11" fmla="*/ 2349318 w 4698635"/>
              <a:gd name="connsiteY11" fmla="*/ 4883373 h 5486428"/>
              <a:gd name="connsiteX12" fmla="*/ 1303784 w 4698635"/>
              <a:gd name="connsiteY12" fmla="*/ 5486428 h 5486428"/>
              <a:gd name="connsiteX13" fmla="*/ 1045553 w 4698635"/>
              <a:gd name="connsiteY13" fmla="*/ 4131387 h 5486428"/>
              <a:gd name="connsiteX14" fmla="*/ 0 w 4698635"/>
              <a:gd name="connsiteY14" fmla="*/ 3528340 h 5486428"/>
              <a:gd name="connsiteX0" fmla="*/ 0 w 4698635"/>
              <a:gd name="connsiteY0" fmla="*/ 3528340 h 5486428"/>
              <a:gd name="connsiteX1" fmla="*/ 723543 w 4698635"/>
              <a:gd name="connsiteY1" fmla="*/ 2441691 h 5486428"/>
              <a:gd name="connsiteX2" fmla="*/ 465319 w 4698635"/>
              <a:gd name="connsiteY2" fmla="*/ 1086653 h 5486428"/>
              <a:gd name="connsiteX3" fmla="*/ 1625787 w 4698635"/>
              <a:gd name="connsiteY3" fmla="*/ 1086655 h 5486428"/>
              <a:gd name="connsiteX4" fmla="*/ 2349318 w 4698635"/>
              <a:gd name="connsiteY4" fmla="*/ 0 h 5486428"/>
              <a:gd name="connsiteX5" fmla="*/ 3072848 w 4698635"/>
              <a:gd name="connsiteY5" fmla="*/ 1086655 h 5486428"/>
              <a:gd name="connsiteX6" fmla="*/ 4233316 w 4698635"/>
              <a:gd name="connsiteY6" fmla="*/ 1086653 h 5486428"/>
              <a:gd name="connsiteX7" fmla="*/ 3975092 w 4698635"/>
              <a:gd name="connsiteY7" fmla="*/ 2441691 h 5486428"/>
              <a:gd name="connsiteX8" fmla="*/ 4698635 w 4698635"/>
              <a:gd name="connsiteY8" fmla="*/ 3528340 h 5486428"/>
              <a:gd name="connsiteX9" fmla="*/ 3653082 w 4698635"/>
              <a:gd name="connsiteY9" fmla="*/ 4131387 h 5486428"/>
              <a:gd name="connsiteX10" fmla="*/ 3394851 w 4698635"/>
              <a:gd name="connsiteY10" fmla="*/ 5486428 h 5486428"/>
              <a:gd name="connsiteX11" fmla="*/ 2349318 w 4698635"/>
              <a:gd name="connsiteY11" fmla="*/ 4883373 h 5486428"/>
              <a:gd name="connsiteX12" fmla="*/ 1303784 w 4698635"/>
              <a:gd name="connsiteY12" fmla="*/ 5486428 h 5486428"/>
              <a:gd name="connsiteX13" fmla="*/ 1045553 w 4698635"/>
              <a:gd name="connsiteY13" fmla="*/ 4131387 h 5486428"/>
              <a:gd name="connsiteX14" fmla="*/ 0 w 4698635"/>
              <a:gd name="connsiteY14" fmla="*/ 3528340 h 5486428"/>
              <a:gd name="connsiteX0" fmla="*/ 0 w 4698635"/>
              <a:gd name="connsiteY0" fmla="*/ 3528340 h 5486428"/>
              <a:gd name="connsiteX1" fmla="*/ 723543 w 4698635"/>
              <a:gd name="connsiteY1" fmla="*/ 2441691 h 5486428"/>
              <a:gd name="connsiteX2" fmla="*/ 465319 w 4698635"/>
              <a:gd name="connsiteY2" fmla="*/ 1086653 h 5486428"/>
              <a:gd name="connsiteX3" fmla="*/ 1625787 w 4698635"/>
              <a:gd name="connsiteY3" fmla="*/ 1086655 h 5486428"/>
              <a:gd name="connsiteX4" fmla="*/ 2349318 w 4698635"/>
              <a:gd name="connsiteY4" fmla="*/ 0 h 5486428"/>
              <a:gd name="connsiteX5" fmla="*/ 3072848 w 4698635"/>
              <a:gd name="connsiteY5" fmla="*/ 1086655 h 5486428"/>
              <a:gd name="connsiteX6" fmla="*/ 4233316 w 4698635"/>
              <a:gd name="connsiteY6" fmla="*/ 1086653 h 5486428"/>
              <a:gd name="connsiteX7" fmla="*/ 3975092 w 4698635"/>
              <a:gd name="connsiteY7" fmla="*/ 2441691 h 5486428"/>
              <a:gd name="connsiteX8" fmla="*/ 4698635 w 4698635"/>
              <a:gd name="connsiteY8" fmla="*/ 3528340 h 5486428"/>
              <a:gd name="connsiteX9" fmla="*/ 3653082 w 4698635"/>
              <a:gd name="connsiteY9" fmla="*/ 4131387 h 5486428"/>
              <a:gd name="connsiteX10" fmla="*/ 3394851 w 4698635"/>
              <a:gd name="connsiteY10" fmla="*/ 5486428 h 5486428"/>
              <a:gd name="connsiteX11" fmla="*/ 2349318 w 4698635"/>
              <a:gd name="connsiteY11" fmla="*/ 4883373 h 5486428"/>
              <a:gd name="connsiteX12" fmla="*/ 1303784 w 4698635"/>
              <a:gd name="connsiteY12" fmla="*/ 5486428 h 5486428"/>
              <a:gd name="connsiteX13" fmla="*/ 1045553 w 4698635"/>
              <a:gd name="connsiteY13" fmla="*/ 4131387 h 5486428"/>
              <a:gd name="connsiteX14" fmla="*/ 0 w 4698635"/>
              <a:gd name="connsiteY14" fmla="*/ 3528340 h 5486428"/>
              <a:gd name="connsiteX0" fmla="*/ 11179 w 4709814"/>
              <a:gd name="connsiteY0" fmla="*/ 3528340 h 5486428"/>
              <a:gd name="connsiteX1" fmla="*/ 734722 w 4709814"/>
              <a:gd name="connsiteY1" fmla="*/ 2441691 h 5486428"/>
              <a:gd name="connsiteX2" fmla="*/ 476498 w 4709814"/>
              <a:gd name="connsiteY2" fmla="*/ 1086653 h 5486428"/>
              <a:gd name="connsiteX3" fmla="*/ 1636966 w 4709814"/>
              <a:gd name="connsiteY3" fmla="*/ 1086655 h 5486428"/>
              <a:gd name="connsiteX4" fmla="*/ 2360497 w 4709814"/>
              <a:gd name="connsiteY4" fmla="*/ 0 h 5486428"/>
              <a:gd name="connsiteX5" fmla="*/ 3084027 w 4709814"/>
              <a:gd name="connsiteY5" fmla="*/ 1086655 h 5486428"/>
              <a:gd name="connsiteX6" fmla="*/ 4244495 w 4709814"/>
              <a:gd name="connsiteY6" fmla="*/ 1086653 h 5486428"/>
              <a:gd name="connsiteX7" fmla="*/ 3986271 w 4709814"/>
              <a:gd name="connsiteY7" fmla="*/ 2441691 h 5486428"/>
              <a:gd name="connsiteX8" fmla="*/ 4709814 w 4709814"/>
              <a:gd name="connsiteY8" fmla="*/ 3528340 h 5486428"/>
              <a:gd name="connsiteX9" fmla="*/ 3664261 w 4709814"/>
              <a:gd name="connsiteY9" fmla="*/ 4131387 h 5486428"/>
              <a:gd name="connsiteX10" fmla="*/ 3406030 w 4709814"/>
              <a:gd name="connsiteY10" fmla="*/ 5486428 h 5486428"/>
              <a:gd name="connsiteX11" fmla="*/ 2360497 w 4709814"/>
              <a:gd name="connsiteY11" fmla="*/ 4883373 h 5486428"/>
              <a:gd name="connsiteX12" fmla="*/ 1314963 w 4709814"/>
              <a:gd name="connsiteY12" fmla="*/ 5486428 h 5486428"/>
              <a:gd name="connsiteX13" fmla="*/ 1056732 w 4709814"/>
              <a:gd name="connsiteY13" fmla="*/ 4131387 h 5486428"/>
              <a:gd name="connsiteX14" fmla="*/ 11179 w 4709814"/>
              <a:gd name="connsiteY14" fmla="*/ 3528340 h 5486428"/>
              <a:gd name="connsiteX0" fmla="*/ 11179 w 4709814"/>
              <a:gd name="connsiteY0" fmla="*/ 3528340 h 5486428"/>
              <a:gd name="connsiteX1" fmla="*/ 734722 w 4709814"/>
              <a:gd name="connsiteY1" fmla="*/ 2441691 h 5486428"/>
              <a:gd name="connsiteX2" fmla="*/ 476498 w 4709814"/>
              <a:gd name="connsiteY2" fmla="*/ 1086653 h 5486428"/>
              <a:gd name="connsiteX3" fmla="*/ 1636966 w 4709814"/>
              <a:gd name="connsiteY3" fmla="*/ 1086655 h 5486428"/>
              <a:gd name="connsiteX4" fmla="*/ 2360497 w 4709814"/>
              <a:gd name="connsiteY4" fmla="*/ 0 h 5486428"/>
              <a:gd name="connsiteX5" fmla="*/ 3084027 w 4709814"/>
              <a:gd name="connsiteY5" fmla="*/ 1086655 h 5486428"/>
              <a:gd name="connsiteX6" fmla="*/ 4244495 w 4709814"/>
              <a:gd name="connsiteY6" fmla="*/ 1086653 h 5486428"/>
              <a:gd name="connsiteX7" fmla="*/ 3986271 w 4709814"/>
              <a:gd name="connsiteY7" fmla="*/ 2441691 h 5486428"/>
              <a:gd name="connsiteX8" fmla="*/ 4709814 w 4709814"/>
              <a:gd name="connsiteY8" fmla="*/ 3528340 h 5486428"/>
              <a:gd name="connsiteX9" fmla="*/ 3664261 w 4709814"/>
              <a:gd name="connsiteY9" fmla="*/ 4131387 h 5486428"/>
              <a:gd name="connsiteX10" fmla="*/ 3406030 w 4709814"/>
              <a:gd name="connsiteY10" fmla="*/ 5486428 h 5486428"/>
              <a:gd name="connsiteX11" fmla="*/ 2360497 w 4709814"/>
              <a:gd name="connsiteY11" fmla="*/ 4883373 h 5486428"/>
              <a:gd name="connsiteX12" fmla="*/ 1314963 w 4709814"/>
              <a:gd name="connsiteY12" fmla="*/ 5486428 h 5486428"/>
              <a:gd name="connsiteX13" fmla="*/ 1056732 w 4709814"/>
              <a:gd name="connsiteY13" fmla="*/ 4131387 h 5486428"/>
              <a:gd name="connsiteX14" fmla="*/ 11179 w 4709814"/>
              <a:gd name="connsiteY14" fmla="*/ 3528340 h 5486428"/>
              <a:gd name="connsiteX0" fmla="*/ 11 w 4698646"/>
              <a:gd name="connsiteY0" fmla="*/ 3528340 h 5486428"/>
              <a:gd name="connsiteX1" fmla="*/ 723554 w 4698646"/>
              <a:gd name="connsiteY1" fmla="*/ 2441691 h 5486428"/>
              <a:gd name="connsiteX2" fmla="*/ 465330 w 4698646"/>
              <a:gd name="connsiteY2" fmla="*/ 1086653 h 5486428"/>
              <a:gd name="connsiteX3" fmla="*/ 1625798 w 4698646"/>
              <a:gd name="connsiteY3" fmla="*/ 1086655 h 5486428"/>
              <a:gd name="connsiteX4" fmla="*/ 2349329 w 4698646"/>
              <a:gd name="connsiteY4" fmla="*/ 0 h 5486428"/>
              <a:gd name="connsiteX5" fmla="*/ 3072859 w 4698646"/>
              <a:gd name="connsiteY5" fmla="*/ 1086655 h 5486428"/>
              <a:gd name="connsiteX6" fmla="*/ 4233327 w 4698646"/>
              <a:gd name="connsiteY6" fmla="*/ 1086653 h 5486428"/>
              <a:gd name="connsiteX7" fmla="*/ 3975103 w 4698646"/>
              <a:gd name="connsiteY7" fmla="*/ 2441691 h 5486428"/>
              <a:gd name="connsiteX8" fmla="*/ 4698646 w 4698646"/>
              <a:gd name="connsiteY8" fmla="*/ 3528340 h 5486428"/>
              <a:gd name="connsiteX9" fmla="*/ 3653093 w 4698646"/>
              <a:gd name="connsiteY9" fmla="*/ 4131387 h 5486428"/>
              <a:gd name="connsiteX10" fmla="*/ 3394862 w 4698646"/>
              <a:gd name="connsiteY10" fmla="*/ 5486428 h 5486428"/>
              <a:gd name="connsiteX11" fmla="*/ 2349329 w 4698646"/>
              <a:gd name="connsiteY11" fmla="*/ 4883373 h 5486428"/>
              <a:gd name="connsiteX12" fmla="*/ 1303795 w 4698646"/>
              <a:gd name="connsiteY12" fmla="*/ 5486428 h 5486428"/>
              <a:gd name="connsiteX13" fmla="*/ 1045564 w 4698646"/>
              <a:gd name="connsiteY13" fmla="*/ 4131387 h 5486428"/>
              <a:gd name="connsiteX14" fmla="*/ 11 w 4698646"/>
              <a:gd name="connsiteY14" fmla="*/ 3528340 h 5486428"/>
              <a:gd name="connsiteX0" fmla="*/ 11 w 4698646"/>
              <a:gd name="connsiteY0" fmla="*/ 3528340 h 5486428"/>
              <a:gd name="connsiteX1" fmla="*/ 723554 w 4698646"/>
              <a:gd name="connsiteY1" fmla="*/ 2441691 h 5486428"/>
              <a:gd name="connsiteX2" fmla="*/ 465330 w 4698646"/>
              <a:gd name="connsiteY2" fmla="*/ 1086653 h 5486428"/>
              <a:gd name="connsiteX3" fmla="*/ 1625798 w 4698646"/>
              <a:gd name="connsiteY3" fmla="*/ 1086655 h 5486428"/>
              <a:gd name="connsiteX4" fmla="*/ 2349329 w 4698646"/>
              <a:gd name="connsiteY4" fmla="*/ 0 h 5486428"/>
              <a:gd name="connsiteX5" fmla="*/ 3072859 w 4698646"/>
              <a:gd name="connsiteY5" fmla="*/ 1086655 h 5486428"/>
              <a:gd name="connsiteX6" fmla="*/ 4233327 w 4698646"/>
              <a:gd name="connsiteY6" fmla="*/ 1086653 h 5486428"/>
              <a:gd name="connsiteX7" fmla="*/ 3975103 w 4698646"/>
              <a:gd name="connsiteY7" fmla="*/ 2441691 h 5486428"/>
              <a:gd name="connsiteX8" fmla="*/ 4698646 w 4698646"/>
              <a:gd name="connsiteY8" fmla="*/ 3528340 h 5486428"/>
              <a:gd name="connsiteX9" fmla="*/ 3653093 w 4698646"/>
              <a:gd name="connsiteY9" fmla="*/ 4131387 h 5486428"/>
              <a:gd name="connsiteX10" fmla="*/ 3394862 w 4698646"/>
              <a:gd name="connsiteY10" fmla="*/ 5486428 h 5486428"/>
              <a:gd name="connsiteX11" fmla="*/ 2349329 w 4698646"/>
              <a:gd name="connsiteY11" fmla="*/ 4883373 h 5486428"/>
              <a:gd name="connsiteX12" fmla="*/ 1303795 w 4698646"/>
              <a:gd name="connsiteY12" fmla="*/ 5486428 h 5486428"/>
              <a:gd name="connsiteX13" fmla="*/ 1045564 w 4698646"/>
              <a:gd name="connsiteY13" fmla="*/ 4131387 h 5486428"/>
              <a:gd name="connsiteX14" fmla="*/ 11 w 4698646"/>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9622"/>
              <a:gd name="connsiteY0" fmla="*/ 3528340 h 5492794"/>
              <a:gd name="connsiteX1" fmla="*/ 723552 w 4699622"/>
              <a:gd name="connsiteY1" fmla="*/ 2441691 h 5492794"/>
              <a:gd name="connsiteX2" fmla="*/ 465328 w 4699622"/>
              <a:gd name="connsiteY2" fmla="*/ 1086653 h 5492794"/>
              <a:gd name="connsiteX3" fmla="*/ 1625796 w 4699622"/>
              <a:gd name="connsiteY3" fmla="*/ 1086655 h 5492794"/>
              <a:gd name="connsiteX4" fmla="*/ 2349327 w 4699622"/>
              <a:gd name="connsiteY4" fmla="*/ 0 h 5492794"/>
              <a:gd name="connsiteX5" fmla="*/ 3072857 w 4699622"/>
              <a:gd name="connsiteY5" fmla="*/ 1086655 h 5492794"/>
              <a:gd name="connsiteX6" fmla="*/ 4317731 w 4699622"/>
              <a:gd name="connsiteY6" fmla="*/ 1058518 h 5492794"/>
              <a:gd name="connsiteX7" fmla="*/ 3975101 w 4699622"/>
              <a:gd name="connsiteY7" fmla="*/ 2441691 h 5492794"/>
              <a:gd name="connsiteX8" fmla="*/ 4698644 w 4699622"/>
              <a:gd name="connsiteY8" fmla="*/ 3528340 h 5492794"/>
              <a:gd name="connsiteX9" fmla="*/ 3653091 w 4699622"/>
              <a:gd name="connsiteY9" fmla="*/ 4131387 h 5492794"/>
              <a:gd name="connsiteX10" fmla="*/ 3394860 w 4699622"/>
              <a:gd name="connsiteY10" fmla="*/ 5486428 h 5492794"/>
              <a:gd name="connsiteX11" fmla="*/ 2349327 w 4699622"/>
              <a:gd name="connsiteY11" fmla="*/ 4883373 h 5492794"/>
              <a:gd name="connsiteX12" fmla="*/ 1303793 w 4699622"/>
              <a:gd name="connsiteY12" fmla="*/ 5486428 h 5492794"/>
              <a:gd name="connsiteX13" fmla="*/ 1045562 w 4699622"/>
              <a:gd name="connsiteY13" fmla="*/ 4131387 h 5492794"/>
              <a:gd name="connsiteX14" fmla="*/ 9 w 4699622"/>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520153"/>
              <a:gd name="connsiteX1" fmla="*/ 723552 w 4701671"/>
              <a:gd name="connsiteY1" fmla="*/ 2441691 h 5520153"/>
              <a:gd name="connsiteX2" fmla="*/ 465328 w 4701671"/>
              <a:gd name="connsiteY2" fmla="*/ 1086653 h 5520153"/>
              <a:gd name="connsiteX3" fmla="*/ 1625796 w 4701671"/>
              <a:gd name="connsiteY3" fmla="*/ 1086655 h 5520153"/>
              <a:gd name="connsiteX4" fmla="*/ 2349327 w 4701671"/>
              <a:gd name="connsiteY4" fmla="*/ 0 h 5520153"/>
              <a:gd name="connsiteX5" fmla="*/ 3072857 w 4701671"/>
              <a:gd name="connsiteY5" fmla="*/ 1086655 h 5520153"/>
              <a:gd name="connsiteX6" fmla="*/ 4317731 w 4701671"/>
              <a:gd name="connsiteY6" fmla="*/ 1058518 h 5520153"/>
              <a:gd name="connsiteX7" fmla="*/ 3975101 w 4701671"/>
              <a:gd name="connsiteY7" fmla="*/ 2441691 h 5520153"/>
              <a:gd name="connsiteX8" fmla="*/ 4698644 w 4701671"/>
              <a:gd name="connsiteY8" fmla="*/ 3528340 h 5520153"/>
              <a:gd name="connsiteX9" fmla="*/ 3653091 w 4701671"/>
              <a:gd name="connsiteY9" fmla="*/ 4131387 h 5520153"/>
              <a:gd name="connsiteX10" fmla="*/ 3394860 w 4701671"/>
              <a:gd name="connsiteY10" fmla="*/ 5486428 h 5520153"/>
              <a:gd name="connsiteX11" fmla="*/ 2349327 w 4701671"/>
              <a:gd name="connsiteY11" fmla="*/ 4883373 h 5520153"/>
              <a:gd name="connsiteX12" fmla="*/ 1303793 w 4701671"/>
              <a:gd name="connsiteY12" fmla="*/ 5486428 h 5520153"/>
              <a:gd name="connsiteX13" fmla="*/ 1045562 w 4701671"/>
              <a:gd name="connsiteY13" fmla="*/ 4131387 h 5520153"/>
              <a:gd name="connsiteX14" fmla="*/ 9 w 4701671"/>
              <a:gd name="connsiteY14" fmla="*/ 3528340 h 5520153"/>
              <a:gd name="connsiteX0" fmla="*/ 9 w 4701671"/>
              <a:gd name="connsiteY0" fmla="*/ 3528340 h 5520153"/>
              <a:gd name="connsiteX1" fmla="*/ 723552 w 4701671"/>
              <a:gd name="connsiteY1" fmla="*/ 2441691 h 5520153"/>
              <a:gd name="connsiteX2" fmla="*/ 465328 w 4701671"/>
              <a:gd name="connsiteY2" fmla="*/ 1086653 h 5520153"/>
              <a:gd name="connsiteX3" fmla="*/ 1625796 w 4701671"/>
              <a:gd name="connsiteY3" fmla="*/ 1086655 h 5520153"/>
              <a:gd name="connsiteX4" fmla="*/ 2349327 w 4701671"/>
              <a:gd name="connsiteY4" fmla="*/ 0 h 5520153"/>
              <a:gd name="connsiteX5" fmla="*/ 3072857 w 4701671"/>
              <a:gd name="connsiteY5" fmla="*/ 1086655 h 5520153"/>
              <a:gd name="connsiteX6" fmla="*/ 4317731 w 4701671"/>
              <a:gd name="connsiteY6" fmla="*/ 1058518 h 5520153"/>
              <a:gd name="connsiteX7" fmla="*/ 3975101 w 4701671"/>
              <a:gd name="connsiteY7" fmla="*/ 2441691 h 5520153"/>
              <a:gd name="connsiteX8" fmla="*/ 4698644 w 4701671"/>
              <a:gd name="connsiteY8" fmla="*/ 3528340 h 5520153"/>
              <a:gd name="connsiteX9" fmla="*/ 3653091 w 4701671"/>
              <a:gd name="connsiteY9" fmla="*/ 4131387 h 5520153"/>
              <a:gd name="connsiteX10" fmla="*/ 3394860 w 4701671"/>
              <a:gd name="connsiteY10" fmla="*/ 5486428 h 5520153"/>
              <a:gd name="connsiteX11" fmla="*/ 2349327 w 4701671"/>
              <a:gd name="connsiteY11" fmla="*/ 4883373 h 5520153"/>
              <a:gd name="connsiteX12" fmla="*/ 1303793 w 4701671"/>
              <a:gd name="connsiteY12" fmla="*/ 5486428 h 5520153"/>
              <a:gd name="connsiteX13" fmla="*/ 1045562 w 4701671"/>
              <a:gd name="connsiteY13" fmla="*/ 4131387 h 5520153"/>
              <a:gd name="connsiteX14" fmla="*/ 9 w 4701671"/>
              <a:gd name="connsiteY14" fmla="*/ 3528340 h 5520153"/>
              <a:gd name="connsiteX0" fmla="*/ 9 w 4701671"/>
              <a:gd name="connsiteY0" fmla="*/ 3528340 h 5520153"/>
              <a:gd name="connsiteX1" fmla="*/ 723552 w 4701671"/>
              <a:gd name="connsiteY1" fmla="*/ 2441691 h 5520153"/>
              <a:gd name="connsiteX2" fmla="*/ 465328 w 4701671"/>
              <a:gd name="connsiteY2" fmla="*/ 1086653 h 5520153"/>
              <a:gd name="connsiteX3" fmla="*/ 1625796 w 4701671"/>
              <a:gd name="connsiteY3" fmla="*/ 1086655 h 5520153"/>
              <a:gd name="connsiteX4" fmla="*/ 2349327 w 4701671"/>
              <a:gd name="connsiteY4" fmla="*/ 0 h 5520153"/>
              <a:gd name="connsiteX5" fmla="*/ 3072857 w 4701671"/>
              <a:gd name="connsiteY5" fmla="*/ 1086655 h 5520153"/>
              <a:gd name="connsiteX6" fmla="*/ 4317731 w 4701671"/>
              <a:gd name="connsiteY6" fmla="*/ 1058518 h 5520153"/>
              <a:gd name="connsiteX7" fmla="*/ 3975101 w 4701671"/>
              <a:gd name="connsiteY7" fmla="*/ 2441691 h 5520153"/>
              <a:gd name="connsiteX8" fmla="*/ 4698644 w 4701671"/>
              <a:gd name="connsiteY8" fmla="*/ 3528340 h 5520153"/>
              <a:gd name="connsiteX9" fmla="*/ 3653091 w 4701671"/>
              <a:gd name="connsiteY9" fmla="*/ 4131387 h 5520153"/>
              <a:gd name="connsiteX10" fmla="*/ 3394860 w 4701671"/>
              <a:gd name="connsiteY10" fmla="*/ 5486428 h 5520153"/>
              <a:gd name="connsiteX11" fmla="*/ 2349327 w 4701671"/>
              <a:gd name="connsiteY11" fmla="*/ 4883373 h 5520153"/>
              <a:gd name="connsiteX12" fmla="*/ 1303793 w 4701671"/>
              <a:gd name="connsiteY12" fmla="*/ 5486428 h 5520153"/>
              <a:gd name="connsiteX13" fmla="*/ 1045562 w 4701671"/>
              <a:gd name="connsiteY13" fmla="*/ 4131387 h 5520153"/>
              <a:gd name="connsiteX14" fmla="*/ 9 w 4701671"/>
              <a:gd name="connsiteY14" fmla="*/ 3528340 h 5520153"/>
              <a:gd name="connsiteX0" fmla="*/ 9 w 4701671"/>
              <a:gd name="connsiteY0" fmla="*/ 3528340 h 5520153"/>
              <a:gd name="connsiteX1" fmla="*/ 723552 w 4701671"/>
              <a:gd name="connsiteY1" fmla="*/ 2441691 h 5520153"/>
              <a:gd name="connsiteX2" fmla="*/ 465328 w 4701671"/>
              <a:gd name="connsiteY2" fmla="*/ 1086653 h 5520153"/>
              <a:gd name="connsiteX3" fmla="*/ 1625796 w 4701671"/>
              <a:gd name="connsiteY3" fmla="*/ 1086655 h 5520153"/>
              <a:gd name="connsiteX4" fmla="*/ 2349327 w 4701671"/>
              <a:gd name="connsiteY4" fmla="*/ 0 h 5520153"/>
              <a:gd name="connsiteX5" fmla="*/ 3072857 w 4701671"/>
              <a:gd name="connsiteY5" fmla="*/ 1086655 h 5520153"/>
              <a:gd name="connsiteX6" fmla="*/ 4317731 w 4701671"/>
              <a:gd name="connsiteY6" fmla="*/ 1058518 h 5520153"/>
              <a:gd name="connsiteX7" fmla="*/ 3975101 w 4701671"/>
              <a:gd name="connsiteY7" fmla="*/ 2441691 h 5520153"/>
              <a:gd name="connsiteX8" fmla="*/ 4698644 w 4701671"/>
              <a:gd name="connsiteY8" fmla="*/ 3528340 h 5520153"/>
              <a:gd name="connsiteX9" fmla="*/ 3653091 w 4701671"/>
              <a:gd name="connsiteY9" fmla="*/ 4131387 h 5520153"/>
              <a:gd name="connsiteX10" fmla="*/ 3394860 w 4701671"/>
              <a:gd name="connsiteY10" fmla="*/ 5486428 h 5520153"/>
              <a:gd name="connsiteX11" fmla="*/ 2349327 w 4701671"/>
              <a:gd name="connsiteY11" fmla="*/ 4883373 h 5520153"/>
              <a:gd name="connsiteX12" fmla="*/ 1303793 w 4701671"/>
              <a:gd name="connsiteY12" fmla="*/ 5486428 h 5520153"/>
              <a:gd name="connsiteX13" fmla="*/ 1045562 w 4701671"/>
              <a:gd name="connsiteY13" fmla="*/ 4131387 h 5520153"/>
              <a:gd name="connsiteX14" fmla="*/ 9 w 4701671"/>
              <a:gd name="connsiteY14" fmla="*/ 3528340 h 5520153"/>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51 h 5515302"/>
              <a:gd name="connsiteX1" fmla="*/ 723552 w 4701671"/>
              <a:gd name="connsiteY1" fmla="*/ 2441702 h 5515302"/>
              <a:gd name="connsiteX2" fmla="*/ 465328 w 4701671"/>
              <a:gd name="connsiteY2" fmla="*/ 1086664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 name="connsiteX0" fmla="*/ 9 w 4701671"/>
              <a:gd name="connsiteY0" fmla="*/ 3528351 h 5515302"/>
              <a:gd name="connsiteX1" fmla="*/ 723552 w 4701671"/>
              <a:gd name="connsiteY1" fmla="*/ 2441702 h 5515302"/>
              <a:gd name="connsiteX2" fmla="*/ 465328 w 4701671"/>
              <a:gd name="connsiteY2" fmla="*/ 1086664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 name="connsiteX0" fmla="*/ 9 w 4701671"/>
              <a:gd name="connsiteY0" fmla="*/ 3528351 h 5515302"/>
              <a:gd name="connsiteX1" fmla="*/ 723552 w 4701671"/>
              <a:gd name="connsiteY1" fmla="*/ 2441702 h 5515302"/>
              <a:gd name="connsiteX2" fmla="*/ 465328 w 4701671"/>
              <a:gd name="connsiteY2" fmla="*/ 1086664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 name="connsiteX0" fmla="*/ 9 w 4701671"/>
              <a:gd name="connsiteY0" fmla="*/ 3528351 h 5515302"/>
              <a:gd name="connsiteX1" fmla="*/ 723552 w 4701671"/>
              <a:gd name="connsiteY1" fmla="*/ 2441702 h 5515302"/>
              <a:gd name="connsiteX2" fmla="*/ 352787 w 4701671"/>
              <a:gd name="connsiteY2" fmla="*/ 1016325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 name="connsiteX0" fmla="*/ 9 w 4701671"/>
              <a:gd name="connsiteY0" fmla="*/ 3528351 h 5515302"/>
              <a:gd name="connsiteX1" fmla="*/ 723552 w 4701671"/>
              <a:gd name="connsiteY1" fmla="*/ 2441702 h 5515302"/>
              <a:gd name="connsiteX2" fmla="*/ 352787 w 4701671"/>
              <a:gd name="connsiteY2" fmla="*/ 1016325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701671" h="5515302">
                <a:moveTo>
                  <a:pt x="9" y="3528351"/>
                </a:moveTo>
                <a:cubicBezTo>
                  <a:pt x="30175" y="3123932"/>
                  <a:pt x="707454" y="2846121"/>
                  <a:pt x="723552" y="2441702"/>
                </a:cubicBezTo>
                <a:cubicBezTo>
                  <a:pt x="764087" y="1990023"/>
                  <a:pt x="143440" y="1411734"/>
                  <a:pt x="352787" y="1016325"/>
                </a:cubicBezTo>
                <a:cubicBezTo>
                  <a:pt x="528595" y="706836"/>
                  <a:pt x="1309311" y="1382087"/>
                  <a:pt x="1625796" y="1086666"/>
                </a:cubicBezTo>
                <a:cubicBezTo>
                  <a:pt x="1895108" y="836990"/>
                  <a:pt x="1981541" y="-3531"/>
                  <a:pt x="2349327" y="11"/>
                </a:cubicBezTo>
                <a:cubicBezTo>
                  <a:pt x="2745249" y="10537"/>
                  <a:pt x="2691002" y="1090208"/>
                  <a:pt x="3072857" y="1086666"/>
                </a:cubicBezTo>
                <a:cubicBezTo>
                  <a:pt x="3459680" y="1199207"/>
                  <a:pt x="4226330" y="650566"/>
                  <a:pt x="4317731" y="1058529"/>
                </a:cubicBezTo>
                <a:cubicBezTo>
                  <a:pt x="4498942" y="1538344"/>
                  <a:pt x="3920499" y="2046294"/>
                  <a:pt x="3975101" y="2441702"/>
                </a:cubicBezTo>
                <a:cubicBezTo>
                  <a:pt x="4061538" y="2930528"/>
                  <a:pt x="4752884" y="3109865"/>
                  <a:pt x="4698644" y="3528351"/>
                </a:cubicBezTo>
                <a:cubicBezTo>
                  <a:pt x="4729954" y="3968518"/>
                  <a:pt x="3903135" y="3845976"/>
                  <a:pt x="3653091" y="4131398"/>
                </a:cubicBezTo>
                <a:cubicBezTo>
                  <a:pt x="3384134" y="4428334"/>
                  <a:pt x="3762291" y="5161369"/>
                  <a:pt x="3394860" y="5486439"/>
                </a:cubicBezTo>
                <a:cubicBezTo>
                  <a:pt x="3060417" y="5665249"/>
                  <a:pt x="2796312" y="4957793"/>
                  <a:pt x="2349327" y="4883384"/>
                </a:cubicBezTo>
                <a:cubicBezTo>
                  <a:pt x="1972680" y="4732709"/>
                  <a:pt x="1736710" y="5552707"/>
                  <a:pt x="1303793" y="5486439"/>
                </a:cubicBezTo>
                <a:cubicBezTo>
                  <a:pt x="936362" y="5428654"/>
                  <a:pt x="1244180" y="4428333"/>
                  <a:pt x="1045562" y="4131398"/>
                </a:cubicBezTo>
                <a:cubicBezTo>
                  <a:pt x="879924" y="3803773"/>
                  <a:pt x="-3166" y="4038856"/>
                  <a:pt x="9" y="3528351"/>
                </a:cubicBezTo>
                <a:close/>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tar front">
            <a:extLst>
              <a:ext uri="{FF2B5EF4-FFF2-40B4-BE49-F238E27FC236}">
                <a16:creationId xmlns:a16="http://schemas.microsoft.com/office/drawing/2014/main" id="{F849669F-31E5-45DB-96C5-38915D6F602D}"/>
              </a:ext>
            </a:extLst>
          </p:cNvPr>
          <p:cNvSpPr/>
          <p:nvPr/>
        </p:nvSpPr>
        <p:spPr>
          <a:xfrm>
            <a:off x="5337497" y="-2533814"/>
            <a:ext cx="9458445" cy="9391813"/>
          </a:xfrm>
          <a:custGeom>
            <a:avLst/>
            <a:gdLst>
              <a:gd name="connsiteX0" fmla="*/ -12 w 4698611"/>
              <a:gd name="connsiteY0" fmla="*/ 3528340 h 5486399"/>
              <a:gd name="connsiteX1" fmla="*/ 723531 w 4698611"/>
              <a:gd name="connsiteY1" fmla="*/ 2441691 h 5486399"/>
              <a:gd name="connsiteX2" fmla="*/ 465307 w 4698611"/>
              <a:gd name="connsiteY2" fmla="*/ 1086653 h 5486399"/>
              <a:gd name="connsiteX3" fmla="*/ 1625775 w 4698611"/>
              <a:gd name="connsiteY3" fmla="*/ 1086655 h 5486399"/>
              <a:gd name="connsiteX4" fmla="*/ 2349306 w 4698611"/>
              <a:gd name="connsiteY4" fmla="*/ 0 h 5486399"/>
              <a:gd name="connsiteX5" fmla="*/ 3072836 w 4698611"/>
              <a:gd name="connsiteY5" fmla="*/ 1086655 h 5486399"/>
              <a:gd name="connsiteX6" fmla="*/ 4233304 w 4698611"/>
              <a:gd name="connsiteY6" fmla="*/ 1086653 h 5486399"/>
              <a:gd name="connsiteX7" fmla="*/ 3975080 w 4698611"/>
              <a:gd name="connsiteY7" fmla="*/ 2441691 h 5486399"/>
              <a:gd name="connsiteX8" fmla="*/ 4698623 w 4698611"/>
              <a:gd name="connsiteY8" fmla="*/ 3528340 h 5486399"/>
              <a:gd name="connsiteX9" fmla="*/ 3653070 w 4698611"/>
              <a:gd name="connsiteY9" fmla="*/ 4131387 h 5486399"/>
              <a:gd name="connsiteX10" fmla="*/ 3394839 w 4698611"/>
              <a:gd name="connsiteY10" fmla="*/ 5486428 h 5486399"/>
              <a:gd name="connsiteX11" fmla="*/ 2349306 w 4698611"/>
              <a:gd name="connsiteY11" fmla="*/ 4883373 h 5486399"/>
              <a:gd name="connsiteX12" fmla="*/ 1303772 w 4698611"/>
              <a:gd name="connsiteY12" fmla="*/ 5486428 h 5486399"/>
              <a:gd name="connsiteX13" fmla="*/ 1045541 w 4698611"/>
              <a:gd name="connsiteY13" fmla="*/ 4131387 h 5486399"/>
              <a:gd name="connsiteX14" fmla="*/ -12 w 4698611"/>
              <a:gd name="connsiteY14" fmla="*/ 3528340 h 5486399"/>
              <a:gd name="connsiteX0" fmla="*/ 0 w 4698635"/>
              <a:gd name="connsiteY0" fmla="*/ 3528340 h 5486428"/>
              <a:gd name="connsiteX1" fmla="*/ 723543 w 4698635"/>
              <a:gd name="connsiteY1" fmla="*/ 2441691 h 5486428"/>
              <a:gd name="connsiteX2" fmla="*/ 465319 w 4698635"/>
              <a:gd name="connsiteY2" fmla="*/ 1086653 h 5486428"/>
              <a:gd name="connsiteX3" fmla="*/ 1625787 w 4698635"/>
              <a:gd name="connsiteY3" fmla="*/ 1086655 h 5486428"/>
              <a:gd name="connsiteX4" fmla="*/ 2349318 w 4698635"/>
              <a:gd name="connsiteY4" fmla="*/ 0 h 5486428"/>
              <a:gd name="connsiteX5" fmla="*/ 3072848 w 4698635"/>
              <a:gd name="connsiteY5" fmla="*/ 1086655 h 5486428"/>
              <a:gd name="connsiteX6" fmla="*/ 4233316 w 4698635"/>
              <a:gd name="connsiteY6" fmla="*/ 1086653 h 5486428"/>
              <a:gd name="connsiteX7" fmla="*/ 3975092 w 4698635"/>
              <a:gd name="connsiteY7" fmla="*/ 2441691 h 5486428"/>
              <a:gd name="connsiteX8" fmla="*/ 4698635 w 4698635"/>
              <a:gd name="connsiteY8" fmla="*/ 3528340 h 5486428"/>
              <a:gd name="connsiteX9" fmla="*/ 3653082 w 4698635"/>
              <a:gd name="connsiteY9" fmla="*/ 4131387 h 5486428"/>
              <a:gd name="connsiteX10" fmla="*/ 3394851 w 4698635"/>
              <a:gd name="connsiteY10" fmla="*/ 5486428 h 5486428"/>
              <a:gd name="connsiteX11" fmla="*/ 2349318 w 4698635"/>
              <a:gd name="connsiteY11" fmla="*/ 4883373 h 5486428"/>
              <a:gd name="connsiteX12" fmla="*/ 1303784 w 4698635"/>
              <a:gd name="connsiteY12" fmla="*/ 5486428 h 5486428"/>
              <a:gd name="connsiteX13" fmla="*/ 1045553 w 4698635"/>
              <a:gd name="connsiteY13" fmla="*/ 4131387 h 5486428"/>
              <a:gd name="connsiteX14" fmla="*/ 0 w 4698635"/>
              <a:gd name="connsiteY14" fmla="*/ 3528340 h 5486428"/>
              <a:gd name="connsiteX0" fmla="*/ 0 w 4698635"/>
              <a:gd name="connsiteY0" fmla="*/ 3528340 h 5486428"/>
              <a:gd name="connsiteX1" fmla="*/ 723543 w 4698635"/>
              <a:gd name="connsiteY1" fmla="*/ 2441691 h 5486428"/>
              <a:gd name="connsiteX2" fmla="*/ 465319 w 4698635"/>
              <a:gd name="connsiteY2" fmla="*/ 1086653 h 5486428"/>
              <a:gd name="connsiteX3" fmla="*/ 1625787 w 4698635"/>
              <a:gd name="connsiteY3" fmla="*/ 1086655 h 5486428"/>
              <a:gd name="connsiteX4" fmla="*/ 2349318 w 4698635"/>
              <a:gd name="connsiteY4" fmla="*/ 0 h 5486428"/>
              <a:gd name="connsiteX5" fmla="*/ 3072848 w 4698635"/>
              <a:gd name="connsiteY5" fmla="*/ 1086655 h 5486428"/>
              <a:gd name="connsiteX6" fmla="*/ 4233316 w 4698635"/>
              <a:gd name="connsiteY6" fmla="*/ 1086653 h 5486428"/>
              <a:gd name="connsiteX7" fmla="*/ 3975092 w 4698635"/>
              <a:gd name="connsiteY7" fmla="*/ 2441691 h 5486428"/>
              <a:gd name="connsiteX8" fmla="*/ 4698635 w 4698635"/>
              <a:gd name="connsiteY8" fmla="*/ 3528340 h 5486428"/>
              <a:gd name="connsiteX9" fmla="*/ 3653082 w 4698635"/>
              <a:gd name="connsiteY9" fmla="*/ 4131387 h 5486428"/>
              <a:gd name="connsiteX10" fmla="*/ 3394851 w 4698635"/>
              <a:gd name="connsiteY10" fmla="*/ 5486428 h 5486428"/>
              <a:gd name="connsiteX11" fmla="*/ 2349318 w 4698635"/>
              <a:gd name="connsiteY11" fmla="*/ 4883373 h 5486428"/>
              <a:gd name="connsiteX12" fmla="*/ 1303784 w 4698635"/>
              <a:gd name="connsiteY12" fmla="*/ 5486428 h 5486428"/>
              <a:gd name="connsiteX13" fmla="*/ 1045553 w 4698635"/>
              <a:gd name="connsiteY13" fmla="*/ 4131387 h 5486428"/>
              <a:gd name="connsiteX14" fmla="*/ 0 w 4698635"/>
              <a:gd name="connsiteY14" fmla="*/ 3528340 h 5486428"/>
              <a:gd name="connsiteX0" fmla="*/ 0 w 4698635"/>
              <a:gd name="connsiteY0" fmla="*/ 3528340 h 5486428"/>
              <a:gd name="connsiteX1" fmla="*/ 723543 w 4698635"/>
              <a:gd name="connsiteY1" fmla="*/ 2441691 h 5486428"/>
              <a:gd name="connsiteX2" fmla="*/ 465319 w 4698635"/>
              <a:gd name="connsiteY2" fmla="*/ 1086653 h 5486428"/>
              <a:gd name="connsiteX3" fmla="*/ 1625787 w 4698635"/>
              <a:gd name="connsiteY3" fmla="*/ 1086655 h 5486428"/>
              <a:gd name="connsiteX4" fmla="*/ 2349318 w 4698635"/>
              <a:gd name="connsiteY4" fmla="*/ 0 h 5486428"/>
              <a:gd name="connsiteX5" fmla="*/ 3072848 w 4698635"/>
              <a:gd name="connsiteY5" fmla="*/ 1086655 h 5486428"/>
              <a:gd name="connsiteX6" fmla="*/ 4233316 w 4698635"/>
              <a:gd name="connsiteY6" fmla="*/ 1086653 h 5486428"/>
              <a:gd name="connsiteX7" fmla="*/ 3975092 w 4698635"/>
              <a:gd name="connsiteY7" fmla="*/ 2441691 h 5486428"/>
              <a:gd name="connsiteX8" fmla="*/ 4698635 w 4698635"/>
              <a:gd name="connsiteY8" fmla="*/ 3528340 h 5486428"/>
              <a:gd name="connsiteX9" fmla="*/ 3653082 w 4698635"/>
              <a:gd name="connsiteY9" fmla="*/ 4131387 h 5486428"/>
              <a:gd name="connsiteX10" fmla="*/ 3394851 w 4698635"/>
              <a:gd name="connsiteY10" fmla="*/ 5486428 h 5486428"/>
              <a:gd name="connsiteX11" fmla="*/ 2349318 w 4698635"/>
              <a:gd name="connsiteY11" fmla="*/ 4883373 h 5486428"/>
              <a:gd name="connsiteX12" fmla="*/ 1303784 w 4698635"/>
              <a:gd name="connsiteY12" fmla="*/ 5486428 h 5486428"/>
              <a:gd name="connsiteX13" fmla="*/ 1045553 w 4698635"/>
              <a:gd name="connsiteY13" fmla="*/ 4131387 h 5486428"/>
              <a:gd name="connsiteX14" fmla="*/ 0 w 4698635"/>
              <a:gd name="connsiteY14" fmla="*/ 3528340 h 5486428"/>
              <a:gd name="connsiteX0" fmla="*/ 0 w 4698635"/>
              <a:gd name="connsiteY0" fmla="*/ 3528340 h 5486428"/>
              <a:gd name="connsiteX1" fmla="*/ 723543 w 4698635"/>
              <a:gd name="connsiteY1" fmla="*/ 2441691 h 5486428"/>
              <a:gd name="connsiteX2" fmla="*/ 465319 w 4698635"/>
              <a:gd name="connsiteY2" fmla="*/ 1086653 h 5486428"/>
              <a:gd name="connsiteX3" fmla="*/ 1625787 w 4698635"/>
              <a:gd name="connsiteY3" fmla="*/ 1086655 h 5486428"/>
              <a:gd name="connsiteX4" fmla="*/ 2349318 w 4698635"/>
              <a:gd name="connsiteY4" fmla="*/ 0 h 5486428"/>
              <a:gd name="connsiteX5" fmla="*/ 3072848 w 4698635"/>
              <a:gd name="connsiteY5" fmla="*/ 1086655 h 5486428"/>
              <a:gd name="connsiteX6" fmla="*/ 4233316 w 4698635"/>
              <a:gd name="connsiteY6" fmla="*/ 1086653 h 5486428"/>
              <a:gd name="connsiteX7" fmla="*/ 3975092 w 4698635"/>
              <a:gd name="connsiteY7" fmla="*/ 2441691 h 5486428"/>
              <a:gd name="connsiteX8" fmla="*/ 4698635 w 4698635"/>
              <a:gd name="connsiteY8" fmla="*/ 3528340 h 5486428"/>
              <a:gd name="connsiteX9" fmla="*/ 3653082 w 4698635"/>
              <a:gd name="connsiteY9" fmla="*/ 4131387 h 5486428"/>
              <a:gd name="connsiteX10" fmla="*/ 3394851 w 4698635"/>
              <a:gd name="connsiteY10" fmla="*/ 5486428 h 5486428"/>
              <a:gd name="connsiteX11" fmla="*/ 2349318 w 4698635"/>
              <a:gd name="connsiteY11" fmla="*/ 4883373 h 5486428"/>
              <a:gd name="connsiteX12" fmla="*/ 1303784 w 4698635"/>
              <a:gd name="connsiteY12" fmla="*/ 5486428 h 5486428"/>
              <a:gd name="connsiteX13" fmla="*/ 1045553 w 4698635"/>
              <a:gd name="connsiteY13" fmla="*/ 4131387 h 5486428"/>
              <a:gd name="connsiteX14" fmla="*/ 0 w 4698635"/>
              <a:gd name="connsiteY14" fmla="*/ 3528340 h 5486428"/>
              <a:gd name="connsiteX0" fmla="*/ 11179 w 4709814"/>
              <a:gd name="connsiteY0" fmla="*/ 3528340 h 5486428"/>
              <a:gd name="connsiteX1" fmla="*/ 734722 w 4709814"/>
              <a:gd name="connsiteY1" fmla="*/ 2441691 h 5486428"/>
              <a:gd name="connsiteX2" fmla="*/ 476498 w 4709814"/>
              <a:gd name="connsiteY2" fmla="*/ 1086653 h 5486428"/>
              <a:gd name="connsiteX3" fmla="*/ 1636966 w 4709814"/>
              <a:gd name="connsiteY3" fmla="*/ 1086655 h 5486428"/>
              <a:gd name="connsiteX4" fmla="*/ 2360497 w 4709814"/>
              <a:gd name="connsiteY4" fmla="*/ 0 h 5486428"/>
              <a:gd name="connsiteX5" fmla="*/ 3084027 w 4709814"/>
              <a:gd name="connsiteY5" fmla="*/ 1086655 h 5486428"/>
              <a:gd name="connsiteX6" fmla="*/ 4244495 w 4709814"/>
              <a:gd name="connsiteY6" fmla="*/ 1086653 h 5486428"/>
              <a:gd name="connsiteX7" fmla="*/ 3986271 w 4709814"/>
              <a:gd name="connsiteY7" fmla="*/ 2441691 h 5486428"/>
              <a:gd name="connsiteX8" fmla="*/ 4709814 w 4709814"/>
              <a:gd name="connsiteY8" fmla="*/ 3528340 h 5486428"/>
              <a:gd name="connsiteX9" fmla="*/ 3664261 w 4709814"/>
              <a:gd name="connsiteY9" fmla="*/ 4131387 h 5486428"/>
              <a:gd name="connsiteX10" fmla="*/ 3406030 w 4709814"/>
              <a:gd name="connsiteY10" fmla="*/ 5486428 h 5486428"/>
              <a:gd name="connsiteX11" fmla="*/ 2360497 w 4709814"/>
              <a:gd name="connsiteY11" fmla="*/ 4883373 h 5486428"/>
              <a:gd name="connsiteX12" fmla="*/ 1314963 w 4709814"/>
              <a:gd name="connsiteY12" fmla="*/ 5486428 h 5486428"/>
              <a:gd name="connsiteX13" fmla="*/ 1056732 w 4709814"/>
              <a:gd name="connsiteY13" fmla="*/ 4131387 h 5486428"/>
              <a:gd name="connsiteX14" fmla="*/ 11179 w 4709814"/>
              <a:gd name="connsiteY14" fmla="*/ 3528340 h 5486428"/>
              <a:gd name="connsiteX0" fmla="*/ 11179 w 4709814"/>
              <a:gd name="connsiteY0" fmla="*/ 3528340 h 5486428"/>
              <a:gd name="connsiteX1" fmla="*/ 734722 w 4709814"/>
              <a:gd name="connsiteY1" fmla="*/ 2441691 h 5486428"/>
              <a:gd name="connsiteX2" fmla="*/ 476498 w 4709814"/>
              <a:gd name="connsiteY2" fmla="*/ 1086653 h 5486428"/>
              <a:gd name="connsiteX3" fmla="*/ 1636966 w 4709814"/>
              <a:gd name="connsiteY3" fmla="*/ 1086655 h 5486428"/>
              <a:gd name="connsiteX4" fmla="*/ 2360497 w 4709814"/>
              <a:gd name="connsiteY4" fmla="*/ 0 h 5486428"/>
              <a:gd name="connsiteX5" fmla="*/ 3084027 w 4709814"/>
              <a:gd name="connsiteY5" fmla="*/ 1086655 h 5486428"/>
              <a:gd name="connsiteX6" fmla="*/ 4244495 w 4709814"/>
              <a:gd name="connsiteY6" fmla="*/ 1086653 h 5486428"/>
              <a:gd name="connsiteX7" fmla="*/ 3986271 w 4709814"/>
              <a:gd name="connsiteY7" fmla="*/ 2441691 h 5486428"/>
              <a:gd name="connsiteX8" fmla="*/ 4709814 w 4709814"/>
              <a:gd name="connsiteY8" fmla="*/ 3528340 h 5486428"/>
              <a:gd name="connsiteX9" fmla="*/ 3664261 w 4709814"/>
              <a:gd name="connsiteY9" fmla="*/ 4131387 h 5486428"/>
              <a:gd name="connsiteX10" fmla="*/ 3406030 w 4709814"/>
              <a:gd name="connsiteY10" fmla="*/ 5486428 h 5486428"/>
              <a:gd name="connsiteX11" fmla="*/ 2360497 w 4709814"/>
              <a:gd name="connsiteY11" fmla="*/ 4883373 h 5486428"/>
              <a:gd name="connsiteX12" fmla="*/ 1314963 w 4709814"/>
              <a:gd name="connsiteY12" fmla="*/ 5486428 h 5486428"/>
              <a:gd name="connsiteX13" fmla="*/ 1056732 w 4709814"/>
              <a:gd name="connsiteY13" fmla="*/ 4131387 h 5486428"/>
              <a:gd name="connsiteX14" fmla="*/ 11179 w 4709814"/>
              <a:gd name="connsiteY14" fmla="*/ 3528340 h 5486428"/>
              <a:gd name="connsiteX0" fmla="*/ 11 w 4698646"/>
              <a:gd name="connsiteY0" fmla="*/ 3528340 h 5486428"/>
              <a:gd name="connsiteX1" fmla="*/ 723554 w 4698646"/>
              <a:gd name="connsiteY1" fmla="*/ 2441691 h 5486428"/>
              <a:gd name="connsiteX2" fmla="*/ 465330 w 4698646"/>
              <a:gd name="connsiteY2" fmla="*/ 1086653 h 5486428"/>
              <a:gd name="connsiteX3" fmla="*/ 1625798 w 4698646"/>
              <a:gd name="connsiteY3" fmla="*/ 1086655 h 5486428"/>
              <a:gd name="connsiteX4" fmla="*/ 2349329 w 4698646"/>
              <a:gd name="connsiteY4" fmla="*/ 0 h 5486428"/>
              <a:gd name="connsiteX5" fmla="*/ 3072859 w 4698646"/>
              <a:gd name="connsiteY5" fmla="*/ 1086655 h 5486428"/>
              <a:gd name="connsiteX6" fmla="*/ 4233327 w 4698646"/>
              <a:gd name="connsiteY6" fmla="*/ 1086653 h 5486428"/>
              <a:gd name="connsiteX7" fmla="*/ 3975103 w 4698646"/>
              <a:gd name="connsiteY7" fmla="*/ 2441691 h 5486428"/>
              <a:gd name="connsiteX8" fmla="*/ 4698646 w 4698646"/>
              <a:gd name="connsiteY8" fmla="*/ 3528340 h 5486428"/>
              <a:gd name="connsiteX9" fmla="*/ 3653093 w 4698646"/>
              <a:gd name="connsiteY9" fmla="*/ 4131387 h 5486428"/>
              <a:gd name="connsiteX10" fmla="*/ 3394862 w 4698646"/>
              <a:gd name="connsiteY10" fmla="*/ 5486428 h 5486428"/>
              <a:gd name="connsiteX11" fmla="*/ 2349329 w 4698646"/>
              <a:gd name="connsiteY11" fmla="*/ 4883373 h 5486428"/>
              <a:gd name="connsiteX12" fmla="*/ 1303795 w 4698646"/>
              <a:gd name="connsiteY12" fmla="*/ 5486428 h 5486428"/>
              <a:gd name="connsiteX13" fmla="*/ 1045564 w 4698646"/>
              <a:gd name="connsiteY13" fmla="*/ 4131387 h 5486428"/>
              <a:gd name="connsiteX14" fmla="*/ 11 w 4698646"/>
              <a:gd name="connsiteY14" fmla="*/ 3528340 h 5486428"/>
              <a:gd name="connsiteX0" fmla="*/ 11 w 4698646"/>
              <a:gd name="connsiteY0" fmla="*/ 3528340 h 5486428"/>
              <a:gd name="connsiteX1" fmla="*/ 723554 w 4698646"/>
              <a:gd name="connsiteY1" fmla="*/ 2441691 h 5486428"/>
              <a:gd name="connsiteX2" fmla="*/ 465330 w 4698646"/>
              <a:gd name="connsiteY2" fmla="*/ 1086653 h 5486428"/>
              <a:gd name="connsiteX3" fmla="*/ 1625798 w 4698646"/>
              <a:gd name="connsiteY3" fmla="*/ 1086655 h 5486428"/>
              <a:gd name="connsiteX4" fmla="*/ 2349329 w 4698646"/>
              <a:gd name="connsiteY4" fmla="*/ 0 h 5486428"/>
              <a:gd name="connsiteX5" fmla="*/ 3072859 w 4698646"/>
              <a:gd name="connsiteY5" fmla="*/ 1086655 h 5486428"/>
              <a:gd name="connsiteX6" fmla="*/ 4233327 w 4698646"/>
              <a:gd name="connsiteY6" fmla="*/ 1086653 h 5486428"/>
              <a:gd name="connsiteX7" fmla="*/ 3975103 w 4698646"/>
              <a:gd name="connsiteY7" fmla="*/ 2441691 h 5486428"/>
              <a:gd name="connsiteX8" fmla="*/ 4698646 w 4698646"/>
              <a:gd name="connsiteY8" fmla="*/ 3528340 h 5486428"/>
              <a:gd name="connsiteX9" fmla="*/ 3653093 w 4698646"/>
              <a:gd name="connsiteY9" fmla="*/ 4131387 h 5486428"/>
              <a:gd name="connsiteX10" fmla="*/ 3394862 w 4698646"/>
              <a:gd name="connsiteY10" fmla="*/ 5486428 h 5486428"/>
              <a:gd name="connsiteX11" fmla="*/ 2349329 w 4698646"/>
              <a:gd name="connsiteY11" fmla="*/ 4883373 h 5486428"/>
              <a:gd name="connsiteX12" fmla="*/ 1303795 w 4698646"/>
              <a:gd name="connsiteY12" fmla="*/ 5486428 h 5486428"/>
              <a:gd name="connsiteX13" fmla="*/ 1045564 w 4698646"/>
              <a:gd name="connsiteY13" fmla="*/ 4131387 h 5486428"/>
              <a:gd name="connsiteX14" fmla="*/ 11 w 4698646"/>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9622"/>
              <a:gd name="connsiteY0" fmla="*/ 3528340 h 5492794"/>
              <a:gd name="connsiteX1" fmla="*/ 723552 w 4699622"/>
              <a:gd name="connsiteY1" fmla="*/ 2441691 h 5492794"/>
              <a:gd name="connsiteX2" fmla="*/ 465328 w 4699622"/>
              <a:gd name="connsiteY2" fmla="*/ 1086653 h 5492794"/>
              <a:gd name="connsiteX3" fmla="*/ 1625796 w 4699622"/>
              <a:gd name="connsiteY3" fmla="*/ 1086655 h 5492794"/>
              <a:gd name="connsiteX4" fmla="*/ 2349327 w 4699622"/>
              <a:gd name="connsiteY4" fmla="*/ 0 h 5492794"/>
              <a:gd name="connsiteX5" fmla="*/ 3072857 w 4699622"/>
              <a:gd name="connsiteY5" fmla="*/ 1086655 h 5492794"/>
              <a:gd name="connsiteX6" fmla="*/ 4317731 w 4699622"/>
              <a:gd name="connsiteY6" fmla="*/ 1058518 h 5492794"/>
              <a:gd name="connsiteX7" fmla="*/ 3975101 w 4699622"/>
              <a:gd name="connsiteY7" fmla="*/ 2441691 h 5492794"/>
              <a:gd name="connsiteX8" fmla="*/ 4698644 w 4699622"/>
              <a:gd name="connsiteY8" fmla="*/ 3528340 h 5492794"/>
              <a:gd name="connsiteX9" fmla="*/ 3653091 w 4699622"/>
              <a:gd name="connsiteY9" fmla="*/ 4131387 h 5492794"/>
              <a:gd name="connsiteX10" fmla="*/ 3394860 w 4699622"/>
              <a:gd name="connsiteY10" fmla="*/ 5486428 h 5492794"/>
              <a:gd name="connsiteX11" fmla="*/ 2349327 w 4699622"/>
              <a:gd name="connsiteY11" fmla="*/ 4883373 h 5492794"/>
              <a:gd name="connsiteX12" fmla="*/ 1303793 w 4699622"/>
              <a:gd name="connsiteY12" fmla="*/ 5486428 h 5492794"/>
              <a:gd name="connsiteX13" fmla="*/ 1045562 w 4699622"/>
              <a:gd name="connsiteY13" fmla="*/ 4131387 h 5492794"/>
              <a:gd name="connsiteX14" fmla="*/ 9 w 4699622"/>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520153"/>
              <a:gd name="connsiteX1" fmla="*/ 723552 w 4701671"/>
              <a:gd name="connsiteY1" fmla="*/ 2441691 h 5520153"/>
              <a:gd name="connsiteX2" fmla="*/ 465328 w 4701671"/>
              <a:gd name="connsiteY2" fmla="*/ 1086653 h 5520153"/>
              <a:gd name="connsiteX3" fmla="*/ 1625796 w 4701671"/>
              <a:gd name="connsiteY3" fmla="*/ 1086655 h 5520153"/>
              <a:gd name="connsiteX4" fmla="*/ 2349327 w 4701671"/>
              <a:gd name="connsiteY4" fmla="*/ 0 h 5520153"/>
              <a:gd name="connsiteX5" fmla="*/ 3072857 w 4701671"/>
              <a:gd name="connsiteY5" fmla="*/ 1086655 h 5520153"/>
              <a:gd name="connsiteX6" fmla="*/ 4317731 w 4701671"/>
              <a:gd name="connsiteY6" fmla="*/ 1058518 h 5520153"/>
              <a:gd name="connsiteX7" fmla="*/ 3975101 w 4701671"/>
              <a:gd name="connsiteY7" fmla="*/ 2441691 h 5520153"/>
              <a:gd name="connsiteX8" fmla="*/ 4698644 w 4701671"/>
              <a:gd name="connsiteY8" fmla="*/ 3528340 h 5520153"/>
              <a:gd name="connsiteX9" fmla="*/ 3653091 w 4701671"/>
              <a:gd name="connsiteY9" fmla="*/ 4131387 h 5520153"/>
              <a:gd name="connsiteX10" fmla="*/ 3394860 w 4701671"/>
              <a:gd name="connsiteY10" fmla="*/ 5486428 h 5520153"/>
              <a:gd name="connsiteX11" fmla="*/ 2349327 w 4701671"/>
              <a:gd name="connsiteY11" fmla="*/ 4883373 h 5520153"/>
              <a:gd name="connsiteX12" fmla="*/ 1303793 w 4701671"/>
              <a:gd name="connsiteY12" fmla="*/ 5486428 h 5520153"/>
              <a:gd name="connsiteX13" fmla="*/ 1045562 w 4701671"/>
              <a:gd name="connsiteY13" fmla="*/ 4131387 h 5520153"/>
              <a:gd name="connsiteX14" fmla="*/ 9 w 4701671"/>
              <a:gd name="connsiteY14" fmla="*/ 3528340 h 5520153"/>
              <a:gd name="connsiteX0" fmla="*/ 9 w 4701671"/>
              <a:gd name="connsiteY0" fmla="*/ 3528340 h 5520153"/>
              <a:gd name="connsiteX1" fmla="*/ 723552 w 4701671"/>
              <a:gd name="connsiteY1" fmla="*/ 2441691 h 5520153"/>
              <a:gd name="connsiteX2" fmla="*/ 465328 w 4701671"/>
              <a:gd name="connsiteY2" fmla="*/ 1086653 h 5520153"/>
              <a:gd name="connsiteX3" fmla="*/ 1625796 w 4701671"/>
              <a:gd name="connsiteY3" fmla="*/ 1086655 h 5520153"/>
              <a:gd name="connsiteX4" fmla="*/ 2349327 w 4701671"/>
              <a:gd name="connsiteY4" fmla="*/ 0 h 5520153"/>
              <a:gd name="connsiteX5" fmla="*/ 3072857 w 4701671"/>
              <a:gd name="connsiteY5" fmla="*/ 1086655 h 5520153"/>
              <a:gd name="connsiteX6" fmla="*/ 4317731 w 4701671"/>
              <a:gd name="connsiteY6" fmla="*/ 1058518 h 5520153"/>
              <a:gd name="connsiteX7" fmla="*/ 3975101 w 4701671"/>
              <a:gd name="connsiteY7" fmla="*/ 2441691 h 5520153"/>
              <a:gd name="connsiteX8" fmla="*/ 4698644 w 4701671"/>
              <a:gd name="connsiteY8" fmla="*/ 3528340 h 5520153"/>
              <a:gd name="connsiteX9" fmla="*/ 3653091 w 4701671"/>
              <a:gd name="connsiteY9" fmla="*/ 4131387 h 5520153"/>
              <a:gd name="connsiteX10" fmla="*/ 3394860 w 4701671"/>
              <a:gd name="connsiteY10" fmla="*/ 5486428 h 5520153"/>
              <a:gd name="connsiteX11" fmla="*/ 2349327 w 4701671"/>
              <a:gd name="connsiteY11" fmla="*/ 4883373 h 5520153"/>
              <a:gd name="connsiteX12" fmla="*/ 1303793 w 4701671"/>
              <a:gd name="connsiteY12" fmla="*/ 5486428 h 5520153"/>
              <a:gd name="connsiteX13" fmla="*/ 1045562 w 4701671"/>
              <a:gd name="connsiteY13" fmla="*/ 4131387 h 5520153"/>
              <a:gd name="connsiteX14" fmla="*/ 9 w 4701671"/>
              <a:gd name="connsiteY14" fmla="*/ 3528340 h 5520153"/>
              <a:gd name="connsiteX0" fmla="*/ 9 w 4701671"/>
              <a:gd name="connsiteY0" fmla="*/ 3528340 h 5520153"/>
              <a:gd name="connsiteX1" fmla="*/ 723552 w 4701671"/>
              <a:gd name="connsiteY1" fmla="*/ 2441691 h 5520153"/>
              <a:gd name="connsiteX2" fmla="*/ 465328 w 4701671"/>
              <a:gd name="connsiteY2" fmla="*/ 1086653 h 5520153"/>
              <a:gd name="connsiteX3" fmla="*/ 1625796 w 4701671"/>
              <a:gd name="connsiteY3" fmla="*/ 1086655 h 5520153"/>
              <a:gd name="connsiteX4" fmla="*/ 2349327 w 4701671"/>
              <a:gd name="connsiteY4" fmla="*/ 0 h 5520153"/>
              <a:gd name="connsiteX5" fmla="*/ 3072857 w 4701671"/>
              <a:gd name="connsiteY5" fmla="*/ 1086655 h 5520153"/>
              <a:gd name="connsiteX6" fmla="*/ 4317731 w 4701671"/>
              <a:gd name="connsiteY6" fmla="*/ 1058518 h 5520153"/>
              <a:gd name="connsiteX7" fmla="*/ 3975101 w 4701671"/>
              <a:gd name="connsiteY7" fmla="*/ 2441691 h 5520153"/>
              <a:gd name="connsiteX8" fmla="*/ 4698644 w 4701671"/>
              <a:gd name="connsiteY8" fmla="*/ 3528340 h 5520153"/>
              <a:gd name="connsiteX9" fmla="*/ 3653091 w 4701671"/>
              <a:gd name="connsiteY9" fmla="*/ 4131387 h 5520153"/>
              <a:gd name="connsiteX10" fmla="*/ 3394860 w 4701671"/>
              <a:gd name="connsiteY10" fmla="*/ 5486428 h 5520153"/>
              <a:gd name="connsiteX11" fmla="*/ 2349327 w 4701671"/>
              <a:gd name="connsiteY11" fmla="*/ 4883373 h 5520153"/>
              <a:gd name="connsiteX12" fmla="*/ 1303793 w 4701671"/>
              <a:gd name="connsiteY12" fmla="*/ 5486428 h 5520153"/>
              <a:gd name="connsiteX13" fmla="*/ 1045562 w 4701671"/>
              <a:gd name="connsiteY13" fmla="*/ 4131387 h 5520153"/>
              <a:gd name="connsiteX14" fmla="*/ 9 w 4701671"/>
              <a:gd name="connsiteY14" fmla="*/ 3528340 h 5520153"/>
              <a:gd name="connsiteX0" fmla="*/ 9 w 4701671"/>
              <a:gd name="connsiteY0" fmla="*/ 3528340 h 5520153"/>
              <a:gd name="connsiteX1" fmla="*/ 723552 w 4701671"/>
              <a:gd name="connsiteY1" fmla="*/ 2441691 h 5520153"/>
              <a:gd name="connsiteX2" fmla="*/ 465328 w 4701671"/>
              <a:gd name="connsiteY2" fmla="*/ 1086653 h 5520153"/>
              <a:gd name="connsiteX3" fmla="*/ 1625796 w 4701671"/>
              <a:gd name="connsiteY3" fmla="*/ 1086655 h 5520153"/>
              <a:gd name="connsiteX4" fmla="*/ 2349327 w 4701671"/>
              <a:gd name="connsiteY4" fmla="*/ 0 h 5520153"/>
              <a:gd name="connsiteX5" fmla="*/ 3072857 w 4701671"/>
              <a:gd name="connsiteY5" fmla="*/ 1086655 h 5520153"/>
              <a:gd name="connsiteX6" fmla="*/ 4317731 w 4701671"/>
              <a:gd name="connsiteY6" fmla="*/ 1058518 h 5520153"/>
              <a:gd name="connsiteX7" fmla="*/ 3975101 w 4701671"/>
              <a:gd name="connsiteY7" fmla="*/ 2441691 h 5520153"/>
              <a:gd name="connsiteX8" fmla="*/ 4698644 w 4701671"/>
              <a:gd name="connsiteY8" fmla="*/ 3528340 h 5520153"/>
              <a:gd name="connsiteX9" fmla="*/ 3653091 w 4701671"/>
              <a:gd name="connsiteY9" fmla="*/ 4131387 h 5520153"/>
              <a:gd name="connsiteX10" fmla="*/ 3394860 w 4701671"/>
              <a:gd name="connsiteY10" fmla="*/ 5486428 h 5520153"/>
              <a:gd name="connsiteX11" fmla="*/ 2349327 w 4701671"/>
              <a:gd name="connsiteY11" fmla="*/ 4883373 h 5520153"/>
              <a:gd name="connsiteX12" fmla="*/ 1303793 w 4701671"/>
              <a:gd name="connsiteY12" fmla="*/ 5486428 h 5520153"/>
              <a:gd name="connsiteX13" fmla="*/ 1045562 w 4701671"/>
              <a:gd name="connsiteY13" fmla="*/ 4131387 h 5520153"/>
              <a:gd name="connsiteX14" fmla="*/ 9 w 4701671"/>
              <a:gd name="connsiteY14" fmla="*/ 3528340 h 5520153"/>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51 h 5515302"/>
              <a:gd name="connsiteX1" fmla="*/ 723552 w 4701671"/>
              <a:gd name="connsiteY1" fmla="*/ 2441702 h 5515302"/>
              <a:gd name="connsiteX2" fmla="*/ 465328 w 4701671"/>
              <a:gd name="connsiteY2" fmla="*/ 1086664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 name="connsiteX0" fmla="*/ 9 w 4701671"/>
              <a:gd name="connsiteY0" fmla="*/ 3528351 h 5515302"/>
              <a:gd name="connsiteX1" fmla="*/ 723552 w 4701671"/>
              <a:gd name="connsiteY1" fmla="*/ 2441702 h 5515302"/>
              <a:gd name="connsiteX2" fmla="*/ 465328 w 4701671"/>
              <a:gd name="connsiteY2" fmla="*/ 1086664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 name="connsiteX0" fmla="*/ 9 w 4701671"/>
              <a:gd name="connsiteY0" fmla="*/ 3528351 h 5515302"/>
              <a:gd name="connsiteX1" fmla="*/ 723552 w 4701671"/>
              <a:gd name="connsiteY1" fmla="*/ 2441702 h 5515302"/>
              <a:gd name="connsiteX2" fmla="*/ 465328 w 4701671"/>
              <a:gd name="connsiteY2" fmla="*/ 1086664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 name="connsiteX0" fmla="*/ 9 w 4701671"/>
              <a:gd name="connsiteY0" fmla="*/ 3528351 h 5515302"/>
              <a:gd name="connsiteX1" fmla="*/ 723552 w 4701671"/>
              <a:gd name="connsiteY1" fmla="*/ 2441702 h 5515302"/>
              <a:gd name="connsiteX2" fmla="*/ 352787 w 4701671"/>
              <a:gd name="connsiteY2" fmla="*/ 1016325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 name="connsiteX0" fmla="*/ 9 w 4701671"/>
              <a:gd name="connsiteY0" fmla="*/ 3528351 h 5515302"/>
              <a:gd name="connsiteX1" fmla="*/ 723552 w 4701671"/>
              <a:gd name="connsiteY1" fmla="*/ 2441702 h 5515302"/>
              <a:gd name="connsiteX2" fmla="*/ 352787 w 4701671"/>
              <a:gd name="connsiteY2" fmla="*/ 1016325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 name="connsiteX0" fmla="*/ 9 w 4701671"/>
              <a:gd name="connsiteY0" fmla="*/ 3528351 h 5515302"/>
              <a:gd name="connsiteX1" fmla="*/ 723552 w 4701671"/>
              <a:gd name="connsiteY1" fmla="*/ 2441702 h 5515302"/>
              <a:gd name="connsiteX2" fmla="*/ 352787 w 4701671"/>
              <a:gd name="connsiteY2" fmla="*/ 1016325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701671" h="5515302">
                <a:moveTo>
                  <a:pt x="9" y="3528351"/>
                </a:moveTo>
                <a:cubicBezTo>
                  <a:pt x="30175" y="3123932"/>
                  <a:pt x="707454" y="2846121"/>
                  <a:pt x="723552" y="2441702"/>
                </a:cubicBezTo>
                <a:cubicBezTo>
                  <a:pt x="764087" y="1990023"/>
                  <a:pt x="143440" y="1411734"/>
                  <a:pt x="352787" y="1016325"/>
                </a:cubicBezTo>
                <a:cubicBezTo>
                  <a:pt x="528595" y="706836"/>
                  <a:pt x="1309311" y="1382087"/>
                  <a:pt x="1625796" y="1086666"/>
                </a:cubicBezTo>
                <a:cubicBezTo>
                  <a:pt x="1895108" y="836990"/>
                  <a:pt x="1981541" y="-3531"/>
                  <a:pt x="2349327" y="11"/>
                </a:cubicBezTo>
                <a:cubicBezTo>
                  <a:pt x="2745249" y="10537"/>
                  <a:pt x="2691002" y="1090208"/>
                  <a:pt x="3072857" y="1086666"/>
                </a:cubicBezTo>
                <a:cubicBezTo>
                  <a:pt x="3459680" y="1199207"/>
                  <a:pt x="4226330" y="650566"/>
                  <a:pt x="4317731" y="1058529"/>
                </a:cubicBezTo>
                <a:cubicBezTo>
                  <a:pt x="4498942" y="1538344"/>
                  <a:pt x="3920499" y="2046294"/>
                  <a:pt x="3975101" y="2441702"/>
                </a:cubicBezTo>
                <a:cubicBezTo>
                  <a:pt x="4061538" y="2930528"/>
                  <a:pt x="4752884" y="3109865"/>
                  <a:pt x="4698644" y="3528351"/>
                </a:cubicBezTo>
                <a:cubicBezTo>
                  <a:pt x="4729954" y="3968518"/>
                  <a:pt x="3903135" y="3845976"/>
                  <a:pt x="3653091" y="4131398"/>
                </a:cubicBezTo>
                <a:cubicBezTo>
                  <a:pt x="3384134" y="4428334"/>
                  <a:pt x="3762291" y="5161369"/>
                  <a:pt x="3394860" y="5486439"/>
                </a:cubicBezTo>
                <a:cubicBezTo>
                  <a:pt x="3060417" y="5665249"/>
                  <a:pt x="2796312" y="4957793"/>
                  <a:pt x="2349327" y="4883384"/>
                </a:cubicBezTo>
                <a:cubicBezTo>
                  <a:pt x="1972680" y="4732709"/>
                  <a:pt x="1736710" y="5552707"/>
                  <a:pt x="1303793" y="5486439"/>
                </a:cubicBezTo>
                <a:cubicBezTo>
                  <a:pt x="936362" y="5428654"/>
                  <a:pt x="1244180" y="4428333"/>
                  <a:pt x="1045562" y="4131398"/>
                </a:cubicBezTo>
                <a:cubicBezTo>
                  <a:pt x="879924" y="3803773"/>
                  <a:pt x="-3166" y="4038856"/>
                  <a:pt x="9" y="3528351"/>
                </a:cubicBezTo>
                <a:close/>
              </a:path>
            </a:pathLst>
          </a:cu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017224BE-EB82-4FEE-928E-C1D2C0DC7813}"/>
              </a:ext>
            </a:extLst>
          </p:cNvPr>
          <p:cNvSpPr/>
          <p:nvPr/>
        </p:nvSpPr>
        <p:spPr>
          <a:xfrm>
            <a:off x="-1168298" y="-846714"/>
            <a:ext cx="2892735" cy="3008807"/>
          </a:xfrm>
          <a:custGeom>
            <a:avLst/>
            <a:gdLst>
              <a:gd name="connsiteX0" fmla="*/ 0 w 2647666"/>
              <a:gd name="connsiteY0" fmla="*/ 1344305 h 2688610"/>
              <a:gd name="connsiteX1" fmla="*/ 1323833 w 2647666"/>
              <a:gd name="connsiteY1" fmla="*/ 0 h 2688610"/>
              <a:gd name="connsiteX2" fmla="*/ 2647666 w 2647666"/>
              <a:gd name="connsiteY2" fmla="*/ 1344305 h 2688610"/>
              <a:gd name="connsiteX3" fmla="*/ 1323833 w 2647666"/>
              <a:gd name="connsiteY3" fmla="*/ 2688610 h 2688610"/>
              <a:gd name="connsiteX4" fmla="*/ 0 w 2647666"/>
              <a:gd name="connsiteY4" fmla="*/ 1344305 h 2688610"/>
              <a:gd name="connsiteX0" fmla="*/ 0 w 2647666"/>
              <a:gd name="connsiteY0" fmla="*/ 1344305 h 2688610"/>
              <a:gd name="connsiteX1" fmla="*/ 1323833 w 2647666"/>
              <a:gd name="connsiteY1" fmla="*/ 0 h 2688610"/>
              <a:gd name="connsiteX2" fmla="*/ 2647666 w 2647666"/>
              <a:gd name="connsiteY2" fmla="*/ 1344305 h 2688610"/>
              <a:gd name="connsiteX3" fmla="*/ 1323833 w 2647666"/>
              <a:gd name="connsiteY3" fmla="*/ 2688610 h 2688610"/>
              <a:gd name="connsiteX4" fmla="*/ 0 w 2647666"/>
              <a:gd name="connsiteY4" fmla="*/ 1344305 h 2688610"/>
              <a:gd name="connsiteX0" fmla="*/ 0 w 2647666"/>
              <a:gd name="connsiteY0" fmla="*/ 1443273 h 2787578"/>
              <a:gd name="connsiteX1" fmla="*/ 1323833 w 2647666"/>
              <a:gd name="connsiteY1" fmla="*/ 98968 h 2787578"/>
              <a:gd name="connsiteX2" fmla="*/ 2647666 w 2647666"/>
              <a:gd name="connsiteY2" fmla="*/ 1443273 h 2787578"/>
              <a:gd name="connsiteX3" fmla="*/ 1323833 w 2647666"/>
              <a:gd name="connsiteY3" fmla="*/ 2787578 h 2787578"/>
              <a:gd name="connsiteX4" fmla="*/ 0 w 2647666"/>
              <a:gd name="connsiteY4" fmla="*/ 1443273 h 2787578"/>
              <a:gd name="connsiteX0" fmla="*/ 0 w 2647666"/>
              <a:gd name="connsiteY0" fmla="*/ 1344305 h 2688610"/>
              <a:gd name="connsiteX1" fmla="*/ 1323833 w 2647666"/>
              <a:gd name="connsiteY1" fmla="*/ 0 h 2688610"/>
              <a:gd name="connsiteX2" fmla="*/ 2647666 w 2647666"/>
              <a:gd name="connsiteY2" fmla="*/ 1344305 h 2688610"/>
              <a:gd name="connsiteX3" fmla="*/ 1323833 w 2647666"/>
              <a:gd name="connsiteY3" fmla="*/ 2688610 h 2688610"/>
              <a:gd name="connsiteX4" fmla="*/ 0 w 2647666"/>
              <a:gd name="connsiteY4" fmla="*/ 1344305 h 2688610"/>
              <a:gd name="connsiteX0" fmla="*/ 0 w 2251881"/>
              <a:gd name="connsiteY0" fmla="*/ 1344331 h 2688653"/>
              <a:gd name="connsiteX1" fmla="*/ 1323833 w 2251881"/>
              <a:gd name="connsiteY1" fmla="*/ 26 h 2688653"/>
              <a:gd name="connsiteX2" fmla="*/ 2251881 w 2251881"/>
              <a:gd name="connsiteY2" fmla="*/ 1317036 h 2688653"/>
              <a:gd name="connsiteX3" fmla="*/ 1323833 w 2251881"/>
              <a:gd name="connsiteY3" fmla="*/ 2688636 h 2688653"/>
              <a:gd name="connsiteX4" fmla="*/ 0 w 2251881"/>
              <a:gd name="connsiteY4" fmla="*/ 1344331 h 2688653"/>
              <a:gd name="connsiteX0" fmla="*/ 0 w 2251881"/>
              <a:gd name="connsiteY0" fmla="*/ 1344331 h 2688653"/>
              <a:gd name="connsiteX1" fmla="*/ 1323833 w 2251881"/>
              <a:gd name="connsiteY1" fmla="*/ 26 h 2688653"/>
              <a:gd name="connsiteX2" fmla="*/ 2251881 w 2251881"/>
              <a:gd name="connsiteY2" fmla="*/ 1317036 h 2688653"/>
              <a:gd name="connsiteX3" fmla="*/ 1323833 w 2251881"/>
              <a:gd name="connsiteY3" fmla="*/ 2688636 h 2688653"/>
              <a:gd name="connsiteX4" fmla="*/ 0 w 2251881"/>
              <a:gd name="connsiteY4" fmla="*/ 1344331 h 2688653"/>
              <a:gd name="connsiteX0" fmla="*/ 88367 w 2340248"/>
              <a:gd name="connsiteY0" fmla="*/ 1344331 h 2688659"/>
              <a:gd name="connsiteX1" fmla="*/ 1412200 w 2340248"/>
              <a:gd name="connsiteY1" fmla="*/ 26 h 2688659"/>
              <a:gd name="connsiteX2" fmla="*/ 2340248 w 2340248"/>
              <a:gd name="connsiteY2" fmla="*/ 1317036 h 2688659"/>
              <a:gd name="connsiteX3" fmla="*/ 1412200 w 2340248"/>
              <a:gd name="connsiteY3" fmla="*/ 2688636 h 2688659"/>
              <a:gd name="connsiteX4" fmla="*/ 88367 w 2340248"/>
              <a:gd name="connsiteY4" fmla="*/ 1344331 h 2688659"/>
              <a:gd name="connsiteX0" fmla="*/ 89585 w 2491592"/>
              <a:gd name="connsiteY0" fmla="*/ 1344331 h 2688659"/>
              <a:gd name="connsiteX1" fmla="*/ 1413418 w 2491592"/>
              <a:gd name="connsiteY1" fmla="*/ 26 h 2688659"/>
              <a:gd name="connsiteX2" fmla="*/ 2491592 w 2491592"/>
              <a:gd name="connsiteY2" fmla="*/ 1317036 h 2688659"/>
              <a:gd name="connsiteX3" fmla="*/ 1413418 w 2491592"/>
              <a:gd name="connsiteY3" fmla="*/ 2688636 h 2688659"/>
              <a:gd name="connsiteX4" fmla="*/ 89585 w 2491592"/>
              <a:gd name="connsiteY4" fmla="*/ 1344331 h 2688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1592" h="2688659">
                <a:moveTo>
                  <a:pt x="89585" y="1344331"/>
                </a:moveTo>
                <a:cubicBezTo>
                  <a:pt x="-360791" y="650570"/>
                  <a:pt x="1013084" y="4575"/>
                  <a:pt x="1413418" y="26"/>
                </a:cubicBezTo>
                <a:cubicBezTo>
                  <a:pt x="1813752" y="-4523"/>
                  <a:pt x="2491592" y="574597"/>
                  <a:pt x="2491592" y="1317036"/>
                </a:cubicBezTo>
                <a:cubicBezTo>
                  <a:pt x="2491592" y="2059475"/>
                  <a:pt x="1813752" y="2684087"/>
                  <a:pt x="1413418" y="2688636"/>
                </a:cubicBezTo>
                <a:cubicBezTo>
                  <a:pt x="1013084" y="2693185"/>
                  <a:pt x="539961" y="2038092"/>
                  <a:pt x="89585" y="1344331"/>
                </a:cubicBezTo>
                <a:close/>
              </a:path>
            </a:pathLst>
          </a:custGeom>
          <a:solidFill>
            <a:srgbClr val="FFC000">
              <a:alpha val="5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ross 6">
            <a:extLst>
              <a:ext uri="{FF2B5EF4-FFF2-40B4-BE49-F238E27FC236}">
                <a16:creationId xmlns:a16="http://schemas.microsoft.com/office/drawing/2014/main" id="{D208873E-2BF2-4BB4-8814-DE2680444003}"/>
              </a:ext>
            </a:extLst>
          </p:cNvPr>
          <p:cNvSpPr/>
          <p:nvPr/>
        </p:nvSpPr>
        <p:spPr>
          <a:xfrm>
            <a:off x="344331" y="2162093"/>
            <a:ext cx="1456768" cy="1584455"/>
          </a:xfrm>
          <a:prstGeom prst="plus">
            <a:avLst>
              <a:gd name="adj" fmla="val 36769"/>
            </a:avLst>
          </a:prstGeom>
          <a:solidFill>
            <a:schemeClr val="bg1">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Isosceles Triangle 1">
            <a:extLst>
              <a:ext uri="{FF2B5EF4-FFF2-40B4-BE49-F238E27FC236}">
                <a16:creationId xmlns:a16="http://schemas.microsoft.com/office/drawing/2014/main" id="{8448F468-E875-48B1-A493-003994CEE458}"/>
              </a:ext>
            </a:extLst>
          </p:cNvPr>
          <p:cNvSpPr/>
          <p:nvPr/>
        </p:nvSpPr>
        <p:spPr>
          <a:xfrm>
            <a:off x="464024" y="4667534"/>
            <a:ext cx="1719618" cy="1405720"/>
          </a:xfrm>
          <a:prstGeom prst="triangl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450B594-E9EB-45F6-8B33-4FC2882BEB2B}"/>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44332" y="1937982"/>
            <a:ext cx="4190146" cy="5090263"/>
          </a:xfrm>
          <a:prstGeom prst="rect">
            <a:avLst/>
          </a:prstGeom>
        </p:spPr>
      </p:pic>
      <p:sp>
        <p:nvSpPr>
          <p:cNvPr id="8" name="TextBox 7">
            <a:extLst>
              <a:ext uri="{FF2B5EF4-FFF2-40B4-BE49-F238E27FC236}">
                <a16:creationId xmlns:a16="http://schemas.microsoft.com/office/drawing/2014/main" id="{0205D2B5-061F-457E-9F2A-46DD214C0912}"/>
              </a:ext>
            </a:extLst>
          </p:cNvPr>
          <p:cNvSpPr txBox="1"/>
          <p:nvPr/>
        </p:nvSpPr>
        <p:spPr>
          <a:xfrm>
            <a:off x="6886279" y="991881"/>
            <a:ext cx="5208104" cy="1569660"/>
          </a:xfrm>
          <a:prstGeom prst="rect">
            <a:avLst/>
          </a:prstGeom>
          <a:noFill/>
        </p:spPr>
        <p:txBody>
          <a:bodyPr wrap="square" rtlCol="0">
            <a:spAutoFit/>
          </a:bodyPr>
          <a:lstStyle/>
          <a:p>
            <a:r>
              <a:rPr lang="en-US" sz="4800" b="1" i="1" dirty="0">
                <a:latin typeface="Monotype Corsiva" panose="03010101010201010101" pitchFamily="66" charset="0"/>
              </a:rPr>
              <a:t>Hello And Welcome To MY Presentation</a:t>
            </a:r>
          </a:p>
        </p:txBody>
      </p:sp>
      <p:sp>
        <p:nvSpPr>
          <p:cNvPr id="10" name="TextBox 9">
            <a:extLst>
              <a:ext uri="{FF2B5EF4-FFF2-40B4-BE49-F238E27FC236}">
                <a16:creationId xmlns:a16="http://schemas.microsoft.com/office/drawing/2014/main" id="{421B1E15-DA3B-465F-8AD2-74104809AA4D}"/>
              </a:ext>
            </a:extLst>
          </p:cNvPr>
          <p:cNvSpPr txBox="1"/>
          <p:nvPr/>
        </p:nvSpPr>
        <p:spPr>
          <a:xfrm>
            <a:off x="6896680" y="2915551"/>
            <a:ext cx="6060373" cy="830997"/>
          </a:xfrm>
          <a:prstGeom prst="rect">
            <a:avLst/>
          </a:prstGeom>
          <a:noFill/>
        </p:spPr>
        <p:txBody>
          <a:bodyPr wrap="square" rtlCol="0">
            <a:spAutoFit/>
          </a:bodyPr>
          <a:lstStyle/>
          <a:p>
            <a:r>
              <a:rPr lang="en-US" dirty="0"/>
              <a:t> </a:t>
            </a:r>
            <a:r>
              <a:rPr lang="en-US" sz="4800" b="1" i="1" dirty="0">
                <a:latin typeface="Georgia" panose="02040502050405020303" pitchFamily="18" charset="0"/>
              </a:rPr>
              <a:t>Self Introduction</a:t>
            </a:r>
          </a:p>
        </p:txBody>
      </p:sp>
      <p:sp>
        <p:nvSpPr>
          <p:cNvPr id="11" name="TextBox 10">
            <a:extLst>
              <a:ext uri="{FF2B5EF4-FFF2-40B4-BE49-F238E27FC236}">
                <a16:creationId xmlns:a16="http://schemas.microsoft.com/office/drawing/2014/main" id="{E9E5306D-54F9-4499-97B3-9BAF234E8562}"/>
              </a:ext>
            </a:extLst>
          </p:cNvPr>
          <p:cNvSpPr txBox="1"/>
          <p:nvPr/>
        </p:nvSpPr>
        <p:spPr>
          <a:xfrm>
            <a:off x="7730136" y="4100558"/>
            <a:ext cx="4540644" cy="584775"/>
          </a:xfrm>
          <a:prstGeom prst="rect">
            <a:avLst/>
          </a:prstGeom>
          <a:noFill/>
        </p:spPr>
        <p:txBody>
          <a:bodyPr wrap="square" rtlCol="0">
            <a:spAutoFit/>
          </a:bodyPr>
          <a:lstStyle/>
          <a:p>
            <a:r>
              <a:rPr lang="en-US" sz="3200" dirty="0">
                <a:latin typeface="Algerian" panose="04020705040A02060702" pitchFamily="82" charset="0"/>
              </a:rPr>
              <a:t>ASHBA ATTAULLAH</a:t>
            </a:r>
          </a:p>
        </p:txBody>
      </p:sp>
    </p:spTree>
    <p:extLst>
      <p:ext uri="{BB962C8B-B14F-4D97-AF65-F5344CB8AC3E}">
        <p14:creationId xmlns:p14="http://schemas.microsoft.com/office/powerpoint/2010/main" val="955605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20000" fill="hold"/>
                                        <p:tgtEl>
                                          <p:spTgt spid="3"/>
                                        </p:tgtEl>
                                        <p:attrNameLst>
                                          <p:attrName>r</p:attrName>
                                        </p:attrNameLst>
                                      </p:cBhvr>
                                    </p:animRot>
                                  </p:childTnLst>
                                </p:cTn>
                              </p:par>
                              <p:par>
                                <p:cTn id="7" presetID="21" presetClass="entr" presetSubtype="1" repeatCount="indefinite"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wheel(1)">
                                      <p:cBhvr>
                                        <p:cTn id="9" dur="2000"/>
                                        <p:tgtEl>
                                          <p:spTgt spid="4"/>
                                        </p:tgtEl>
                                      </p:cBhvr>
                                    </p:animEffect>
                                  </p:childTnLst>
                                </p:cTn>
                              </p:par>
                              <p:par>
                                <p:cTn id="10" presetID="8" presetClass="emph" presetSubtype="0" repeatCount="indefinite" fill="hold" grpId="0" nodeType="withEffect">
                                  <p:stCondLst>
                                    <p:cond delay="0"/>
                                  </p:stCondLst>
                                  <p:childTnLst>
                                    <p:animRot by="21600000">
                                      <p:cBhvr>
                                        <p:cTn id="11" dur="20000" fill="hold"/>
                                        <p:tgtEl>
                                          <p:spTgt spid="5"/>
                                        </p:tgtEl>
                                        <p:attrNameLst>
                                          <p:attrName>r</p:attrName>
                                        </p:attrNameLst>
                                      </p:cBhvr>
                                    </p:animRot>
                                  </p:childTnLst>
                                </p:cTn>
                              </p:par>
                              <p:par>
                                <p:cTn id="12" presetID="8" presetClass="emph" presetSubtype="0" repeatCount="indefinite" fill="hold" grpId="0" nodeType="withEffect">
                                  <p:stCondLst>
                                    <p:cond delay="0"/>
                                  </p:stCondLst>
                                  <p:childTnLst>
                                    <p:animRot by="21600000">
                                      <p:cBhvr>
                                        <p:cTn id="13" dur="5000" fill="hold"/>
                                        <p:tgtEl>
                                          <p:spTgt spid="6"/>
                                        </p:tgtEl>
                                        <p:attrNameLst>
                                          <p:attrName>r</p:attrName>
                                        </p:attrNameLst>
                                      </p:cBhvr>
                                    </p:animRot>
                                  </p:childTnLst>
                                </p:cTn>
                              </p:par>
                              <p:par>
                                <p:cTn id="14" presetID="8" presetClass="emph" presetSubtype="0" repeatCount="indefinite" fill="hold" grpId="0" nodeType="withEffect">
                                  <p:stCondLst>
                                    <p:cond delay="0"/>
                                  </p:stCondLst>
                                  <p:childTnLst>
                                    <p:animRot by="21600000">
                                      <p:cBhvr>
                                        <p:cTn id="15" dur="5000" fill="hold"/>
                                        <p:tgtEl>
                                          <p:spTgt spid="7"/>
                                        </p:tgtEl>
                                        <p:attrNameLst>
                                          <p:attrName>r</p:attrName>
                                        </p:attrNameLst>
                                      </p:cBhvr>
                                    </p:animRot>
                                  </p:childTnLst>
                                </p:cTn>
                              </p:par>
                              <p:par>
                                <p:cTn id="16" presetID="8" presetClass="emph" presetSubtype="0" repeatCount="indefinite" fill="hold" grpId="0" nodeType="withEffect">
                                  <p:stCondLst>
                                    <p:cond delay="0"/>
                                  </p:stCondLst>
                                  <p:childTnLst>
                                    <p:animRot by="21600000">
                                      <p:cBhvr>
                                        <p:cTn id="17" dur="50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0B0F0"/>
            </a:gs>
            <a:gs pos="100000">
              <a:schemeClr val="accent5">
                <a:lumMod val="50000"/>
              </a:schemeClr>
            </a:gs>
          </a:gsLst>
          <a:lin ang="2700000" scaled="1"/>
        </a:gradFill>
        <a:effectLst/>
      </p:bgPr>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57598F89-CE7B-42BD-8E1D-926C6C7DDD48}"/>
              </a:ext>
            </a:extLst>
          </p:cNvPr>
          <p:cNvSpPr/>
          <p:nvPr/>
        </p:nvSpPr>
        <p:spPr>
          <a:xfrm>
            <a:off x="-342900" y="-475341"/>
            <a:ext cx="12192000" cy="6858000"/>
          </a:xfrm>
          <a:custGeom>
            <a:avLst/>
            <a:gdLst>
              <a:gd name="connsiteX0" fmla="*/ 0 w 12192000"/>
              <a:gd name="connsiteY0" fmla="*/ 0 h 6858000"/>
              <a:gd name="connsiteX1" fmla="*/ 12192000 w 12192000"/>
              <a:gd name="connsiteY1" fmla="*/ 0 h 6858000"/>
              <a:gd name="connsiteX2" fmla="*/ 12192000 w 12192000"/>
              <a:gd name="connsiteY2" fmla="*/ 1941155 h 6858000"/>
              <a:gd name="connsiteX3" fmla="*/ 6414842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1941155"/>
                </a:lnTo>
                <a:lnTo>
                  <a:pt x="6414842"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7" name="Group 6">
            <a:extLst>
              <a:ext uri="{FF2B5EF4-FFF2-40B4-BE49-F238E27FC236}">
                <a16:creationId xmlns:a16="http://schemas.microsoft.com/office/drawing/2014/main" id="{8DB73A54-C3FA-47C1-BF39-18F186E7E423}"/>
              </a:ext>
            </a:extLst>
          </p:cNvPr>
          <p:cNvGrpSpPr/>
          <p:nvPr/>
        </p:nvGrpSpPr>
        <p:grpSpPr>
          <a:xfrm>
            <a:off x="9027886" y="3904340"/>
            <a:ext cx="2968170" cy="2677886"/>
            <a:chOff x="8563429" y="4034969"/>
            <a:chExt cx="3345541" cy="2692402"/>
          </a:xfrm>
        </p:grpSpPr>
        <p:sp>
          <p:nvSpPr>
            <p:cNvPr id="6" name="Diamond 5">
              <a:extLst>
                <a:ext uri="{FF2B5EF4-FFF2-40B4-BE49-F238E27FC236}">
                  <a16:creationId xmlns:a16="http://schemas.microsoft.com/office/drawing/2014/main" id="{7ABF6DCA-78F6-4CA2-9803-A78759DC5EE1}"/>
                </a:ext>
              </a:extLst>
            </p:cNvPr>
            <p:cNvSpPr/>
            <p:nvPr/>
          </p:nvSpPr>
          <p:spPr>
            <a:xfrm>
              <a:off x="8563429" y="4034970"/>
              <a:ext cx="3345541" cy="2692401"/>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6AEC4463-F447-4D29-BF87-72FC92B3D912}"/>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563429" y="4034969"/>
              <a:ext cx="3345541" cy="2692401"/>
            </a:xfrm>
            <a:prstGeom prst="diamond">
              <a:avLst/>
            </a:prstGeom>
            <a:ln w="57150">
              <a:solidFill>
                <a:schemeClr val="bg1"/>
              </a:solidFill>
            </a:ln>
          </p:spPr>
        </p:pic>
      </p:grpSp>
      <p:sp>
        <p:nvSpPr>
          <p:cNvPr id="18" name="Rectangle 17">
            <a:extLst>
              <a:ext uri="{FF2B5EF4-FFF2-40B4-BE49-F238E27FC236}">
                <a16:creationId xmlns:a16="http://schemas.microsoft.com/office/drawing/2014/main" id="{6D23E0C8-F52A-403C-B259-30B391D57D4B}"/>
              </a:ext>
            </a:extLst>
          </p:cNvPr>
          <p:cNvSpPr/>
          <p:nvPr/>
        </p:nvSpPr>
        <p:spPr>
          <a:xfrm>
            <a:off x="-342900" y="0"/>
            <a:ext cx="12534900" cy="742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77341CDB-F190-4113-9BC5-BC0A4F402601}"/>
              </a:ext>
            </a:extLst>
          </p:cNvPr>
          <p:cNvSpPr txBox="1"/>
          <p:nvPr/>
        </p:nvSpPr>
        <p:spPr>
          <a:xfrm>
            <a:off x="704850" y="-41880"/>
            <a:ext cx="3276600" cy="830997"/>
          </a:xfrm>
          <a:prstGeom prst="rect">
            <a:avLst/>
          </a:prstGeom>
          <a:noFill/>
        </p:spPr>
        <p:txBody>
          <a:bodyPr wrap="square" rtlCol="0">
            <a:spAutoFit/>
          </a:bodyPr>
          <a:lstStyle/>
          <a:p>
            <a:r>
              <a:rPr lang="en-US" sz="4800" dirty="0">
                <a:solidFill>
                  <a:schemeClr val="bg1"/>
                </a:solidFill>
                <a:latin typeface="Modern No. 20" panose="02070704070505020303" pitchFamily="18" charset="0"/>
              </a:rPr>
              <a:t> About Me</a:t>
            </a:r>
          </a:p>
        </p:txBody>
      </p:sp>
      <p:sp>
        <p:nvSpPr>
          <p:cNvPr id="4" name="Rectangle: Rounded Corners 3">
            <a:extLst>
              <a:ext uri="{FF2B5EF4-FFF2-40B4-BE49-F238E27FC236}">
                <a16:creationId xmlns:a16="http://schemas.microsoft.com/office/drawing/2014/main" id="{7094B938-A1A8-47D5-981A-2BC806168DA6}"/>
              </a:ext>
            </a:extLst>
          </p:cNvPr>
          <p:cNvSpPr/>
          <p:nvPr/>
        </p:nvSpPr>
        <p:spPr>
          <a:xfrm>
            <a:off x="647700" y="1452332"/>
            <a:ext cx="6248400" cy="3790950"/>
          </a:xfrm>
          <a:prstGeom prst="roundRect">
            <a:avLst/>
          </a:prstGeom>
          <a:solidFill>
            <a:schemeClr val="accent1">
              <a:lumMod val="20000"/>
              <a:lumOff val="80000"/>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ndara" panose="020E0502030303020204" pitchFamily="34" charset="0"/>
            </a:endParaRPr>
          </a:p>
        </p:txBody>
      </p:sp>
      <p:sp>
        <p:nvSpPr>
          <p:cNvPr id="5" name="TextBox 4">
            <a:extLst>
              <a:ext uri="{FF2B5EF4-FFF2-40B4-BE49-F238E27FC236}">
                <a16:creationId xmlns:a16="http://schemas.microsoft.com/office/drawing/2014/main" id="{622A74F4-FD0D-4EB7-A55C-39BEB0366EA5}"/>
              </a:ext>
            </a:extLst>
          </p:cNvPr>
          <p:cNvSpPr txBox="1"/>
          <p:nvPr/>
        </p:nvSpPr>
        <p:spPr>
          <a:xfrm>
            <a:off x="1172482" y="1625186"/>
            <a:ext cx="5685518" cy="3539430"/>
          </a:xfrm>
          <a:prstGeom prst="rect">
            <a:avLst/>
          </a:prstGeom>
          <a:noFill/>
        </p:spPr>
        <p:txBody>
          <a:bodyPr wrap="square" rtlCol="0">
            <a:spAutoFit/>
          </a:bodyPr>
          <a:lstStyle/>
          <a:p>
            <a:r>
              <a:rPr lang="en-US" sz="2800" dirty="0">
                <a:latin typeface="Georgia" panose="02040502050405020303" pitchFamily="18" charset="0"/>
                <a:ea typeface="Segoe UI Symbol" panose="020B0502040204020203" pitchFamily="34" charset="0"/>
                <a:cs typeface="Segoe UI Semibold" panose="020B0702040204020203" pitchFamily="34" charset="0"/>
              </a:rPr>
              <a:t>My name is </a:t>
            </a:r>
            <a:r>
              <a:rPr lang="en-US" sz="2800" dirty="0" err="1">
                <a:latin typeface="Georgia" panose="02040502050405020303" pitchFamily="18" charset="0"/>
                <a:ea typeface="Segoe UI Symbol" panose="020B0502040204020203" pitchFamily="34" charset="0"/>
                <a:cs typeface="Segoe UI Semibold" panose="020B0702040204020203" pitchFamily="34" charset="0"/>
              </a:rPr>
              <a:t>Ashba</a:t>
            </a:r>
            <a:r>
              <a:rPr lang="en-US" sz="2800" dirty="0">
                <a:latin typeface="Georgia" panose="02040502050405020303" pitchFamily="18" charset="0"/>
                <a:ea typeface="Segoe UI Symbol" panose="020B0502040204020203" pitchFamily="34" charset="0"/>
                <a:cs typeface="Segoe UI Semibold" panose="020B0702040204020203" pitchFamily="34" charset="0"/>
              </a:rPr>
              <a:t> Attaullah. I recently completed My Matriculation in science and am now pursuing my First Year in Pre-Medical Studies. My goal is to become a doctor and serve humanity with knowledge and compassion.</a:t>
            </a:r>
          </a:p>
        </p:txBody>
      </p:sp>
      <p:pic>
        <p:nvPicPr>
          <p:cNvPr id="12" name="Graphic 11" descr="User with solid fill">
            <a:extLst>
              <a:ext uri="{FF2B5EF4-FFF2-40B4-BE49-F238E27FC236}">
                <a16:creationId xmlns:a16="http://schemas.microsoft.com/office/drawing/2014/main" id="{3A91A3B3-1127-44EC-B14B-48434777272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2400" y="-129570"/>
            <a:ext cx="914400" cy="914400"/>
          </a:xfrm>
          <a:prstGeom prst="rect">
            <a:avLst/>
          </a:prstGeom>
        </p:spPr>
      </p:pic>
    </p:spTree>
    <p:extLst>
      <p:ext uri="{BB962C8B-B14F-4D97-AF65-F5344CB8AC3E}">
        <p14:creationId xmlns:p14="http://schemas.microsoft.com/office/powerpoint/2010/main" val="28121386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00B0F0"/>
            </a:gs>
            <a:gs pos="100000">
              <a:schemeClr val="accent5">
                <a:lumMod val="50000"/>
              </a:schemeClr>
            </a:gs>
          </a:gsLst>
          <a:lin ang="2700000" scaled="1"/>
        </a:gradFill>
        <a:effectLst/>
      </p:bgPr>
    </p:bg>
    <p:spTree>
      <p:nvGrpSpPr>
        <p:cNvPr id="1" name=""/>
        <p:cNvGrpSpPr/>
        <p:nvPr/>
      </p:nvGrpSpPr>
      <p:grpSpPr>
        <a:xfrm>
          <a:off x="0" y="0"/>
          <a:ext cx="0" cy="0"/>
          <a:chOff x="0" y="0"/>
          <a:chExt cx="0" cy="0"/>
        </a:xfrm>
      </p:grpSpPr>
      <p:sp>
        <p:nvSpPr>
          <p:cNvPr id="28" name="Rectangle: Rounded Corners 27">
            <a:extLst>
              <a:ext uri="{FF2B5EF4-FFF2-40B4-BE49-F238E27FC236}">
                <a16:creationId xmlns:a16="http://schemas.microsoft.com/office/drawing/2014/main" id="{09DD6727-5648-4070-BF76-5D033CC9B920}"/>
              </a:ext>
            </a:extLst>
          </p:cNvPr>
          <p:cNvSpPr/>
          <p:nvPr/>
        </p:nvSpPr>
        <p:spPr>
          <a:xfrm>
            <a:off x="704850" y="408438"/>
            <a:ext cx="11106150" cy="6041124"/>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lowchart: Terminator 24">
            <a:extLst>
              <a:ext uri="{FF2B5EF4-FFF2-40B4-BE49-F238E27FC236}">
                <a16:creationId xmlns:a16="http://schemas.microsoft.com/office/drawing/2014/main" id="{C74F1425-4C63-4A3B-A4E3-8DC70A247247}"/>
              </a:ext>
            </a:extLst>
          </p:cNvPr>
          <p:cNvSpPr/>
          <p:nvPr/>
        </p:nvSpPr>
        <p:spPr>
          <a:xfrm>
            <a:off x="3328916" y="588276"/>
            <a:ext cx="5377217" cy="1187355"/>
          </a:xfrm>
          <a:prstGeom prst="flowChartTerminator">
            <a:avLst/>
          </a:prstGeom>
          <a:solidFill>
            <a:srgbClr val="92D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solidFill>
                  <a:schemeClr val="bg1"/>
                </a:solidFill>
                <a:latin typeface="Modern No. 20" panose="02070704070505020303" pitchFamily="18" charset="0"/>
              </a:rPr>
              <a:t>Hobbies</a:t>
            </a:r>
          </a:p>
        </p:txBody>
      </p:sp>
      <p:pic>
        <p:nvPicPr>
          <p:cNvPr id="11" name="Picture 10">
            <a:extLst>
              <a:ext uri="{FF2B5EF4-FFF2-40B4-BE49-F238E27FC236}">
                <a16:creationId xmlns:a16="http://schemas.microsoft.com/office/drawing/2014/main" id="{356311AC-4490-4115-9934-5952C2310ADA}"/>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p:blipFill>
        <p:spPr>
          <a:xfrm>
            <a:off x="1033601" y="2254439"/>
            <a:ext cx="2295315" cy="2886502"/>
          </a:xfrm>
          <a:prstGeom prst="rect">
            <a:avLst/>
          </a:prstGeom>
        </p:spPr>
      </p:pic>
      <p:pic>
        <p:nvPicPr>
          <p:cNvPr id="14" name="Picture 13">
            <a:extLst>
              <a:ext uri="{FF2B5EF4-FFF2-40B4-BE49-F238E27FC236}">
                <a16:creationId xmlns:a16="http://schemas.microsoft.com/office/drawing/2014/main" id="{8C1515FD-81F4-4B51-9E23-6FEE35881E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48341" y="2254439"/>
            <a:ext cx="2295315" cy="2886502"/>
          </a:xfrm>
          <a:prstGeom prst="rect">
            <a:avLst/>
          </a:prstGeom>
          <a:ln>
            <a:solidFill>
              <a:schemeClr val="tx1"/>
            </a:solidFill>
          </a:ln>
        </p:spPr>
      </p:pic>
      <p:pic>
        <p:nvPicPr>
          <p:cNvPr id="20" name="Picture 19">
            <a:extLst>
              <a:ext uri="{FF2B5EF4-FFF2-40B4-BE49-F238E27FC236}">
                <a16:creationId xmlns:a16="http://schemas.microsoft.com/office/drawing/2014/main" id="{1673EC88-FEB8-4F5D-AE0B-D94DC8F4481B}"/>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8706133" y="2221882"/>
            <a:ext cx="2295316" cy="2886503"/>
          </a:xfrm>
          <a:prstGeom prst="rect">
            <a:avLst/>
          </a:prstGeom>
        </p:spPr>
      </p:pic>
      <p:sp>
        <p:nvSpPr>
          <p:cNvPr id="21" name="Rectangle 20">
            <a:extLst>
              <a:ext uri="{FF2B5EF4-FFF2-40B4-BE49-F238E27FC236}">
                <a16:creationId xmlns:a16="http://schemas.microsoft.com/office/drawing/2014/main" id="{D66C4BCA-EE3F-471E-9D5B-2F1FF6328807}"/>
              </a:ext>
            </a:extLst>
          </p:cNvPr>
          <p:cNvSpPr/>
          <p:nvPr/>
        </p:nvSpPr>
        <p:spPr>
          <a:xfrm>
            <a:off x="1027024" y="5372099"/>
            <a:ext cx="2266950" cy="495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Georgia" panose="02040502050405020303" pitchFamily="18" charset="0"/>
              </a:rPr>
              <a:t>EDITING</a:t>
            </a:r>
          </a:p>
        </p:txBody>
      </p:sp>
      <p:sp>
        <p:nvSpPr>
          <p:cNvPr id="36" name="Rectangle 35">
            <a:extLst>
              <a:ext uri="{FF2B5EF4-FFF2-40B4-BE49-F238E27FC236}">
                <a16:creationId xmlns:a16="http://schemas.microsoft.com/office/drawing/2014/main" id="{8DE6253D-3FB3-40BD-80FA-576F91CC15AD}"/>
              </a:ext>
            </a:extLst>
          </p:cNvPr>
          <p:cNvSpPr/>
          <p:nvPr/>
        </p:nvSpPr>
        <p:spPr>
          <a:xfrm>
            <a:off x="8898026" y="5306986"/>
            <a:ext cx="2266950" cy="495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Georgia" panose="02040502050405020303" pitchFamily="18" charset="0"/>
              </a:rPr>
              <a:t>DRAWING</a:t>
            </a:r>
          </a:p>
        </p:txBody>
      </p:sp>
      <p:sp>
        <p:nvSpPr>
          <p:cNvPr id="37" name="Rectangle 36">
            <a:extLst>
              <a:ext uri="{FF2B5EF4-FFF2-40B4-BE49-F238E27FC236}">
                <a16:creationId xmlns:a16="http://schemas.microsoft.com/office/drawing/2014/main" id="{8E27DD0A-B898-4BAE-AE3E-E0420765B590}"/>
              </a:ext>
            </a:extLst>
          </p:cNvPr>
          <p:cNvSpPr/>
          <p:nvPr/>
        </p:nvSpPr>
        <p:spPr>
          <a:xfrm>
            <a:off x="4948341" y="5306987"/>
            <a:ext cx="2576409" cy="962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Georgia" panose="02040502050405020303" pitchFamily="18" charset="0"/>
              </a:rPr>
              <a:t>Exploring New Technologies</a:t>
            </a:r>
          </a:p>
        </p:txBody>
      </p:sp>
    </p:spTree>
    <p:extLst>
      <p:ext uri="{BB962C8B-B14F-4D97-AF65-F5344CB8AC3E}">
        <p14:creationId xmlns:p14="http://schemas.microsoft.com/office/powerpoint/2010/main" val="6169011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13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C220F12-1DC1-4F5E-85FF-9CC5F02235AD}"/>
              </a:ext>
            </a:extLst>
          </p:cNvPr>
          <p:cNvSpPr/>
          <p:nvPr/>
        </p:nvSpPr>
        <p:spPr>
          <a:xfrm>
            <a:off x="0" y="-15137"/>
            <a:ext cx="12192000" cy="3756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5">
            <a:extLst>
              <a:ext uri="{FF2B5EF4-FFF2-40B4-BE49-F238E27FC236}">
                <a16:creationId xmlns:a16="http://schemas.microsoft.com/office/drawing/2014/main" id="{6B576241-A19F-4B52-989C-0856F1AEFBC4}"/>
              </a:ext>
            </a:extLst>
          </p:cNvPr>
          <p:cNvSpPr/>
          <p:nvPr/>
        </p:nvSpPr>
        <p:spPr>
          <a:xfrm>
            <a:off x="463826" y="874643"/>
            <a:ext cx="5512904" cy="5751444"/>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A34DB361-A46E-447B-8EBB-E41D1A2D6F3F}"/>
              </a:ext>
            </a:extLst>
          </p:cNvPr>
          <p:cNvSpPr/>
          <p:nvPr/>
        </p:nvSpPr>
        <p:spPr>
          <a:xfrm>
            <a:off x="6384235" y="874643"/>
            <a:ext cx="5486321" cy="5751444"/>
          </a:xfrm>
          <a:prstGeom prst="roundRect">
            <a:avLst/>
          </a:prstGeom>
          <a:solidFill>
            <a:schemeClr val="accent6">
              <a:lumMod val="60000"/>
              <a:lumOff val="40000"/>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1A98A39C-8A69-42D5-A428-A8EBDAECA10F}"/>
              </a:ext>
            </a:extLst>
          </p:cNvPr>
          <p:cNvSpPr txBox="1"/>
          <p:nvPr/>
        </p:nvSpPr>
        <p:spPr>
          <a:xfrm>
            <a:off x="639417" y="2235081"/>
            <a:ext cx="5161722" cy="4062651"/>
          </a:xfrm>
          <a:prstGeom prst="rect">
            <a:avLst/>
          </a:prstGeom>
          <a:noFill/>
        </p:spPr>
        <p:txBody>
          <a:bodyPr wrap="square" rtlCol="0">
            <a:spAutoFit/>
          </a:bodyPr>
          <a:lstStyle/>
          <a:p>
            <a:r>
              <a:rPr lang="en-US" sz="2400" dirty="0">
                <a:latin typeface="Georgia" panose="02040502050405020303" pitchFamily="18" charset="0"/>
              </a:rPr>
              <a:t>The CIT course helped me develop proficiency in MS Word, Excel, and PowerPoint, enabling the creation of certificates, marksheets, attendance sheets, and presentations. I also gained hands-on experience with Git, GitHub, and other essential software, strengthening my technical skills and project management abilities.</a:t>
            </a:r>
          </a:p>
          <a:p>
            <a:r>
              <a:rPr lang="en-US" dirty="0"/>
              <a:t> </a:t>
            </a:r>
          </a:p>
        </p:txBody>
      </p:sp>
      <p:sp>
        <p:nvSpPr>
          <p:cNvPr id="2" name="Flowchart: Terminator 1">
            <a:extLst>
              <a:ext uri="{FF2B5EF4-FFF2-40B4-BE49-F238E27FC236}">
                <a16:creationId xmlns:a16="http://schemas.microsoft.com/office/drawing/2014/main" id="{F7BC4920-AE80-4D74-BFB8-4347CFC2A90A}"/>
              </a:ext>
            </a:extLst>
          </p:cNvPr>
          <p:cNvSpPr/>
          <p:nvPr/>
        </p:nvSpPr>
        <p:spPr>
          <a:xfrm>
            <a:off x="1010479" y="1152940"/>
            <a:ext cx="4081669" cy="755374"/>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51015C0-D966-4897-869A-F662BC799AF8}"/>
              </a:ext>
            </a:extLst>
          </p:cNvPr>
          <p:cNvSpPr txBox="1"/>
          <p:nvPr/>
        </p:nvSpPr>
        <p:spPr>
          <a:xfrm>
            <a:off x="1361662" y="1269017"/>
            <a:ext cx="5161721" cy="523220"/>
          </a:xfrm>
          <a:prstGeom prst="rect">
            <a:avLst/>
          </a:prstGeom>
          <a:noFill/>
        </p:spPr>
        <p:txBody>
          <a:bodyPr wrap="square" rtlCol="0">
            <a:spAutoFit/>
          </a:bodyPr>
          <a:lstStyle/>
          <a:p>
            <a:r>
              <a:rPr lang="en-US" sz="2800" dirty="0">
                <a:solidFill>
                  <a:schemeClr val="bg1"/>
                </a:solidFill>
                <a:latin typeface="Algerian" panose="04020705040A02060702" pitchFamily="82" charset="0"/>
              </a:rPr>
              <a:t>Course Learning</a:t>
            </a:r>
          </a:p>
        </p:txBody>
      </p:sp>
      <p:sp>
        <p:nvSpPr>
          <p:cNvPr id="11" name="Rectangle: Rounded Corners 10">
            <a:extLst>
              <a:ext uri="{FF2B5EF4-FFF2-40B4-BE49-F238E27FC236}">
                <a16:creationId xmlns:a16="http://schemas.microsoft.com/office/drawing/2014/main" id="{75DA3636-2085-4CBB-B922-64186AF8F7DB}"/>
              </a:ext>
            </a:extLst>
          </p:cNvPr>
          <p:cNvSpPr/>
          <p:nvPr/>
        </p:nvSpPr>
        <p:spPr>
          <a:xfrm>
            <a:off x="6559826" y="1305797"/>
            <a:ext cx="5086942" cy="2260867"/>
          </a:xfrm>
          <a:prstGeom prst="roundRect">
            <a:avLst/>
          </a:prstGeom>
          <a:solidFill>
            <a:srgbClr val="FFC000">
              <a:alpha val="1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CBE57729-9820-4B4B-B11D-6BA66569B999}"/>
              </a:ext>
            </a:extLst>
          </p:cNvPr>
          <p:cNvSpPr/>
          <p:nvPr/>
        </p:nvSpPr>
        <p:spPr>
          <a:xfrm>
            <a:off x="6559826" y="3780498"/>
            <a:ext cx="5058071" cy="2707387"/>
          </a:xfrm>
          <a:prstGeom prst="roundRect">
            <a:avLst/>
          </a:prstGeom>
          <a:solidFill>
            <a:schemeClr val="tx2">
              <a:lumMod val="20000"/>
              <a:lumOff val="80000"/>
              <a:alpha val="3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6529F42-6444-4D47-B06B-7C9E9153C8A0}"/>
              </a:ext>
            </a:extLst>
          </p:cNvPr>
          <p:cNvSpPr txBox="1"/>
          <p:nvPr/>
        </p:nvSpPr>
        <p:spPr>
          <a:xfrm>
            <a:off x="7815470" y="1305797"/>
            <a:ext cx="4295124" cy="584775"/>
          </a:xfrm>
          <a:prstGeom prst="rect">
            <a:avLst/>
          </a:prstGeom>
          <a:noFill/>
        </p:spPr>
        <p:txBody>
          <a:bodyPr wrap="square" rtlCol="0">
            <a:spAutoFit/>
          </a:bodyPr>
          <a:lstStyle/>
          <a:p>
            <a:r>
              <a:rPr lang="en-US" sz="3200" dirty="0">
                <a:latin typeface="Modern No. 20" panose="02070704070505020303" pitchFamily="18" charset="0"/>
              </a:rPr>
              <a:t>Favorite Topic</a:t>
            </a:r>
          </a:p>
        </p:txBody>
      </p:sp>
      <p:sp>
        <p:nvSpPr>
          <p:cNvPr id="15" name="TextBox 14">
            <a:extLst>
              <a:ext uri="{FF2B5EF4-FFF2-40B4-BE49-F238E27FC236}">
                <a16:creationId xmlns:a16="http://schemas.microsoft.com/office/drawing/2014/main" id="{89017DE1-40BB-4C98-BF26-141901D8AB7D}"/>
              </a:ext>
            </a:extLst>
          </p:cNvPr>
          <p:cNvSpPr txBox="1"/>
          <p:nvPr/>
        </p:nvSpPr>
        <p:spPr>
          <a:xfrm>
            <a:off x="6698974" y="1827918"/>
            <a:ext cx="1787860" cy="461665"/>
          </a:xfrm>
          <a:prstGeom prst="rect">
            <a:avLst/>
          </a:prstGeom>
          <a:noFill/>
        </p:spPr>
        <p:txBody>
          <a:bodyPr wrap="square" rtlCol="0">
            <a:spAutoFit/>
          </a:bodyPr>
          <a:lstStyle/>
          <a:p>
            <a:r>
              <a:rPr lang="en-US" sz="2400" dirty="0">
                <a:latin typeface="Elephant" panose="02020904090505020303" pitchFamily="18" charset="0"/>
              </a:rPr>
              <a:t>Phyton</a:t>
            </a:r>
          </a:p>
        </p:txBody>
      </p:sp>
      <p:sp>
        <p:nvSpPr>
          <p:cNvPr id="16" name="TextBox 15">
            <a:extLst>
              <a:ext uri="{FF2B5EF4-FFF2-40B4-BE49-F238E27FC236}">
                <a16:creationId xmlns:a16="http://schemas.microsoft.com/office/drawing/2014/main" id="{1C874388-70CB-4D53-B9C5-BC9CB715C4A2}"/>
              </a:ext>
            </a:extLst>
          </p:cNvPr>
          <p:cNvSpPr txBox="1"/>
          <p:nvPr/>
        </p:nvSpPr>
        <p:spPr>
          <a:xfrm>
            <a:off x="6698974" y="2295881"/>
            <a:ext cx="4714460" cy="1015663"/>
          </a:xfrm>
          <a:prstGeom prst="rect">
            <a:avLst/>
          </a:prstGeom>
          <a:noFill/>
        </p:spPr>
        <p:txBody>
          <a:bodyPr wrap="square" rtlCol="0">
            <a:spAutoFit/>
          </a:bodyPr>
          <a:lstStyle/>
          <a:p>
            <a:r>
              <a:rPr lang="en-US" sz="2000" dirty="0">
                <a:latin typeface="Georgia" panose="02040502050405020303" pitchFamily="18" charset="0"/>
              </a:rPr>
              <a:t>It lets me develop logical solutions, automate tasks, and apply problem-solving creatively in real-world projects.</a:t>
            </a:r>
          </a:p>
        </p:txBody>
      </p:sp>
      <p:sp>
        <p:nvSpPr>
          <p:cNvPr id="17" name="TextBox 16">
            <a:extLst>
              <a:ext uri="{FF2B5EF4-FFF2-40B4-BE49-F238E27FC236}">
                <a16:creationId xmlns:a16="http://schemas.microsoft.com/office/drawing/2014/main" id="{FF0036B3-A6CF-4D36-8F27-06C1D6EB9C2A}"/>
              </a:ext>
            </a:extLst>
          </p:cNvPr>
          <p:cNvSpPr txBox="1"/>
          <p:nvPr/>
        </p:nvSpPr>
        <p:spPr>
          <a:xfrm>
            <a:off x="8026400" y="3844167"/>
            <a:ext cx="2649686" cy="584775"/>
          </a:xfrm>
          <a:prstGeom prst="rect">
            <a:avLst/>
          </a:prstGeom>
          <a:noFill/>
        </p:spPr>
        <p:txBody>
          <a:bodyPr wrap="square" rtlCol="0">
            <a:spAutoFit/>
          </a:bodyPr>
          <a:lstStyle/>
          <a:p>
            <a:r>
              <a:rPr lang="en-US" sz="3200" dirty="0">
                <a:latin typeface="Modern No. 20" panose="02070704070505020303" pitchFamily="18" charset="0"/>
              </a:rPr>
              <a:t>Favorite Tool</a:t>
            </a:r>
          </a:p>
        </p:txBody>
      </p:sp>
      <p:sp>
        <p:nvSpPr>
          <p:cNvPr id="19" name="TextBox 18">
            <a:extLst>
              <a:ext uri="{FF2B5EF4-FFF2-40B4-BE49-F238E27FC236}">
                <a16:creationId xmlns:a16="http://schemas.microsoft.com/office/drawing/2014/main" id="{EB7EE8F8-974A-4A33-8353-7A5E6D90229A}"/>
              </a:ext>
            </a:extLst>
          </p:cNvPr>
          <p:cNvSpPr txBox="1"/>
          <p:nvPr/>
        </p:nvSpPr>
        <p:spPr>
          <a:xfrm>
            <a:off x="6698974" y="4398750"/>
            <a:ext cx="3701144" cy="461665"/>
          </a:xfrm>
          <a:prstGeom prst="rect">
            <a:avLst/>
          </a:prstGeom>
          <a:noFill/>
        </p:spPr>
        <p:txBody>
          <a:bodyPr wrap="square" rtlCol="0">
            <a:spAutoFit/>
          </a:bodyPr>
          <a:lstStyle/>
          <a:p>
            <a:r>
              <a:rPr lang="en-US" sz="2400" dirty="0">
                <a:latin typeface="Elephant" panose="02020904090505020303" pitchFamily="18" charset="0"/>
              </a:rPr>
              <a:t>Power Point</a:t>
            </a:r>
          </a:p>
        </p:txBody>
      </p:sp>
      <p:sp>
        <p:nvSpPr>
          <p:cNvPr id="20" name="TextBox 19">
            <a:extLst>
              <a:ext uri="{FF2B5EF4-FFF2-40B4-BE49-F238E27FC236}">
                <a16:creationId xmlns:a16="http://schemas.microsoft.com/office/drawing/2014/main" id="{E95F6262-69CD-48E5-B07C-1A01B3DC696D}"/>
              </a:ext>
            </a:extLst>
          </p:cNvPr>
          <p:cNvSpPr txBox="1"/>
          <p:nvPr/>
        </p:nvSpPr>
        <p:spPr>
          <a:xfrm>
            <a:off x="6700590" y="4890483"/>
            <a:ext cx="4853609" cy="1569660"/>
          </a:xfrm>
          <a:prstGeom prst="rect">
            <a:avLst/>
          </a:prstGeom>
          <a:noFill/>
        </p:spPr>
        <p:txBody>
          <a:bodyPr wrap="square" rtlCol="0">
            <a:spAutoFit/>
          </a:bodyPr>
          <a:lstStyle/>
          <a:p>
            <a:r>
              <a:rPr lang="en-US" sz="2400" dirty="0">
                <a:latin typeface="Georgia" panose="02040502050405020303" pitchFamily="18" charset="0"/>
              </a:rPr>
              <a:t>It allows me to create visually engaging presentations, organize information clearly, and communicate ideas effectively.</a:t>
            </a:r>
          </a:p>
        </p:txBody>
      </p:sp>
    </p:spTree>
    <p:extLst>
      <p:ext uri="{BB962C8B-B14F-4D97-AF65-F5344CB8AC3E}">
        <p14:creationId xmlns:p14="http://schemas.microsoft.com/office/powerpoint/2010/main" val="29905219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1C448A-9857-4D63-A1AD-0F74CA8F801B}"/>
              </a:ext>
            </a:extLst>
          </p:cNvPr>
          <p:cNvSpPr/>
          <p:nvPr/>
        </p:nvSpPr>
        <p:spPr>
          <a:xfrm>
            <a:off x="0" y="0"/>
            <a:ext cx="12192000" cy="5300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2E715C11-1EFD-4275-B660-098845F50F1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18052" y="1722783"/>
            <a:ext cx="3127513" cy="4565374"/>
          </a:xfrm>
          <a:prstGeom prst="rect">
            <a:avLst/>
          </a:prstGeom>
        </p:spPr>
      </p:pic>
      <p:sp>
        <p:nvSpPr>
          <p:cNvPr id="8" name="Rectangle 7">
            <a:extLst>
              <a:ext uri="{FF2B5EF4-FFF2-40B4-BE49-F238E27FC236}">
                <a16:creationId xmlns:a16="http://schemas.microsoft.com/office/drawing/2014/main" id="{6B567C86-0D97-461E-8158-27CD0ED5B023}"/>
              </a:ext>
            </a:extLst>
          </p:cNvPr>
          <p:cNvSpPr/>
          <p:nvPr/>
        </p:nvSpPr>
        <p:spPr>
          <a:xfrm>
            <a:off x="4071936" y="2802836"/>
            <a:ext cx="7929562" cy="3485321"/>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5EEDD6E-E96B-4B1D-AEE3-997EF56D93B9}"/>
              </a:ext>
            </a:extLst>
          </p:cNvPr>
          <p:cNvSpPr/>
          <p:nvPr/>
        </p:nvSpPr>
        <p:spPr>
          <a:xfrm>
            <a:off x="4071936" y="2802835"/>
            <a:ext cx="7929562" cy="6463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0B5AD24-6086-4511-A21B-CB328FC9D24D}"/>
              </a:ext>
            </a:extLst>
          </p:cNvPr>
          <p:cNvSpPr txBox="1"/>
          <p:nvPr/>
        </p:nvSpPr>
        <p:spPr>
          <a:xfrm>
            <a:off x="4071939" y="2802836"/>
            <a:ext cx="3945627" cy="461665"/>
          </a:xfrm>
          <a:prstGeom prst="rect">
            <a:avLst/>
          </a:prstGeom>
          <a:noFill/>
        </p:spPr>
        <p:txBody>
          <a:bodyPr wrap="square" rtlCol="0">
            <a:spAutoFit/>
          </a:bodyPr>
          <a:lstStyle/>
          <a:p>
            <a:r>
              <a:rPr lang="en-US" sz="2400" dirty="0">
                <a:latin typeface="Bahnschrift SemiBold" panose="020B0502040204020203" pitchFamily="34" charset="0"/>
              </a:rPr>
              <a:t>Positive Personality Traits </a:t>
            </a:r>
          </a:p>
        </p:txBody>
      </p:sp>
      <p:sp>
        <p:nvSpPr>
          <p:cNvPr id="11" name="TextBox 10">
            <a:extLst>
              <a:ext uri="{FF2B5EF4-FFF2-40B4-BE49-F238E27FC236}">
                <a16:creationId xmlns:a16="http://schemas.microsoft.com/office/drawing/2014/main" id="{B99C019D-1BE1-4C90-AF0C-CBEF97A0D889}"/>
              </a:ext>
            </a:extLst>
          </p:cNvPr>
          <p:cNvSpPr txBox="1"/>
          <p:nvPr/>
        </p:nvSpPr>
        <p:spPr>
          <a:xfrm>
            <a:off x="8041533" y="2853035"/>
            <a:ext cx="3983935" cy="461665"/>
          </a:xfrm>
          <a:prstGeom prst="rect">
            <a:avLst/>
          </a:prstGeom>
          <a:noFill/>
        </p:spPr>
        <p:txBody>
          <a:bodyPr wrap="square" rtlCol="0">
            <a:spAutoFit/>
          </a:bodyPr>
          <a:lstStyle/>
          <a:p>
            <a:r>
              <a:rPr lang="en-US" sz="2400" dirty="0">
                <a:latin typeface="Bahnschrift SemiBold" panose="020B0502040204020203" pitchFamily="34" charset="0"/>
              </a:rPr>
              <a:t>Negative Personality Traits </a:t>
            </a:r>
          </a:p>
        </p:txBody>
      </p:sp>
      <p:cxnSp>
        <p:nvCxnSpPr>
          <p:cNvPr id="13" name="Straight Connector 12">
            <a:extLst>
              <a:ext uri="{FF2B5EF4-FFF2-40B4-BE49-F238E27FC236}">
                <a16:creationId xmlns:a16="http://schemas.microsoft.com/office/drawing/2014/main" id="{9498A291-FD6C-422D-B786-194D4656D8DB}"/>
              </a:ext>
            </a:extLst>
          </p:cNvPr>
          <p:cNvCxnSpPr>
            <a:cxnSpLocks/>
            <a:endCxn id="8" idx="2"/>
          </p:cNvCxnSpPr>
          <p:nvPr/>
        </p:nvCxnSpPr>
        <p:spPr>
          <a:xfrm>
            <a:off x="7933886" y="2802835"/>
            <a:ext cx="102831" cy="348532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B3619E4A-15A8-4014-9028-8004B5A0FDCA}"/>
              </a:ext>
            </a:extLst>
          </p:cNvPr>
          <p:cNvSpPr txBox="1"/>
          <p:nvPr/>
        </p:nvSpPr>
        <p:spPr>
          <a:xfrm>
            <a:off x="8249479" y="3775338"/>
            <a:ext cx="3649189"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latin typeface="Arial Black" panose="020B0A04020102020204" pitchFamily="34" charset="0"/>
              </a:rPr>
              <a:t>Perfectionist</a:t>
            </a:r>
          </a:p>
          <a:p>
            <a:pPr marL="285750" indent="-285750">
              <a:buFont typeface="Arial" panose="020B0604020202020204" pitchFamily="34" charset="0"/>
              <a:buChar char="•"/>
            </a:pPr>
            <a:r>
              <a:rPr lang="en-US" sz="2000" b="1" dirty="0">
                <a:latin typeface="Arial Black" panose="020B0A04020102020204" pitchFamily="34" charset="0"/>
              </a:rPr>
              <a:t>Struggles with Focus</a:t>
            </a:r>
          </a:p>
        </p:txBody>
      </p:sp>
      <p:sp>
        <p:nvSpPr>
          <p:cNvPr id="18" name="TextBox 17">
            <a:extLst>
              <a:ext uri="{FF2B5EF4-FFF2-40B4-BE49-F238E27FC236}">
                <a16:creationId xmlns:a16="http://schemas.microsoft.com/office/drawing/2014/main" id="{729EBDE9-F95C-4BCB-A72A-5DF4B6020584}"/>
              </a:ext>
            </a:extLst>
          </p:cNvPr>
          <p:cNvSpPr txBox="1"/>
          <p:nvPr/>
        </p:nvSpPr>
        <p:spPr>
          <a:xfrm>
            <a:off x="4545496" y="3775338"/>
            <a:ext cx="3299791" cy="2554545"/>
          </a:xfrm>
          <a:prstGeom prst="rect">
            <a:avLst/>
          </a:prstGeom>
          <a:noFill/>
        </p:spPr>
        <p:txBody>
          <a:bodyPr wrap="square" rtlCol="0">
            <a:spAutoFit/>
          </a:bodyPr>
          <a:lstStyle/>
          <a:p>
            <a:pPr marL="285750" indent="-285750">
              <a:buFont typeface="Arial" panose="020B0604020202020204" pitchFamily="34" charset="0"/>
              <a:buChar char="•"/>
            </a:pPr>
            <a:r>
              <a:rPr lang="en-US" sz="2000" b="1" dirty="0">
                <a:latin typeface="Arial Black" panose="020B0A04020102020204" pitchFamily="34" charset="0"/>
              </a:rPr>
              <a:t>Strong Work Ethic</a:t>
            </a:r>
          </a:p>
          <a:p>
            <a:pPr marL="285750" indent="-285750">
              <a:buFont typeface="Arial" panose="020B0604020202020204" pitchFamily="34" charset="0"/>
              <a:buChar char="•"/>
            </a:pPr>
            <a:r>
              <a:rPr lang="en-US" sz="2000" b="1" dirty="0">
                <a:latin typeface="Arial Black" panose="020B0A04020102020204" pitchFamily="34" charset="0"/>
              </a:rPr>
              <a:t>Positive Problem Solver</a:t>
            </a:r>
          </a:p>
          <a:p>
            <a:pPr marL="285750" indent="-285750">
              <a:buFont typeface="Arial" panose="020B0604020202020204" pitchFamily="34" charset="0"/>
              <a:buChar char="•"/>
            </a:pPr>
            <a:r>
              <a:rPr lang="en-US" sz="2000" b="1" dirty="0">
                <a:latin typeface="Arial Black" panose="020B0A04020102020204" pitchFamily="34" charset="0"/>
              </a:rPr>
              <a:t>Respect For Others</a:t>
            </a:r>
          </a:p>
          <a:p>
            <a:pPr marL="285750" indent="-285750">
              <a:buFont typeface="Arial" panose="020B0604020202020204" pitchFamily="34" charset="0"/>
              <a:buChar char="•"/>
            </a:pPr>
            <a:r>
              <a:rPr lang="en-US" sz="2000" b="1" dirty="0">
                <a:latin typeface="Arial Black" panose="020B0A04020102020204" pitchFamily="34" charset="0"/>
              </a:rPr>
              <a:t>Eager To Learn</a:t>
            </a:r>
          </a:p>
          <a:p>
            <a:pPr marL="285750" indent="-285750">
              <a:buFont typeface="Arial" panose="020B0604020202020204" pitchFamily="34" charset="0"/>
              <a:buChar char="•"/>
            </a:pPr>
            <a:r>
              <a:rPr lang="en-US" sz="2000" b="1" dirty="0">
                <a:latin typeface="Arial Black" panose="020B0A04020102020204" pitchFamily="34" charset="0"/>
              </a:rPr>
              <a:t>Creative Idea Maker</a:t>
            </a:r>
          </a:p>
          <a:p>
            <a:endParaRPr lang="en-US" sz="2000" b="1" dirty="0">
              <a:latin typeface="Arial Black" panose="020B0A04020102020204" pitchFamily="34" charset="0"/>
            </a:endParaRPr>
          </a:p>
          <a:p>
            <a:endParaRPr lang="en-US" sz="2000" b="1" dirty="0">
              <a:latin typeface="Arial Black" panose="020B0A04020102020204" pitchFamily="34" charset="0"/>
            </a:endParaRPr>
          </a:p>
        </p:txBody>
      </p:sp>
      <p:sp>
        <p:nvSpPr>
          <p:cNvPr id="3" name="Flowchart: Terminator 2">
            <a:extLst>
              <a:ext uri="{FF2B5EF4-FFF2-40B4-BE49-F238E27FC236}">
                <a16:creationId xmlns:a16="http://schemas.microsoft.com/office/drawing/2014/main" id="{4E71FE7E-FD70-4E83-897F-BAF0170F7C46}"/>
              </a:ext>
            </a:extLst>
          </p:cNvPr>
          <p:cNvSpPr/>
          <p:nvPr/>
        </p:nvSpPr>
        <p:spPr>
          <a:xfrm>
            <a:off x="5056017" y="934089"/>
            <a:ext cx="5949597" cy="1184997"/>
          </a:xfrm>
          <a:prstGeom prst="flowChartTerminator">
            <a:avLst/>
          </a:prstGeom>
          <a:solidFill>
            <a:srgbClr val="92D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F9BA1459-902B-4C7D-BE50-E2C5D2521150}"/>
              </a:ext>
            </a:extLst>
          </p:cNvPr>
          <p:cNvSpPr txBox="1"/>
          <p:nvPr/>
        </p:nvSpPr>
        <p:spPr>
          <a:xfrm>
            <a:off x="5679345" y="1127737"/>
            <a:ext cx="5140266" cy="830997"/>
          </a:xfrm>
          <a:prstGeom prst="rect">
            <a:avLst/>
          </a:prstGeom>
          <a:noFill/>
        </p:spPr>
        <p:txBody>
          <a:bodyPr wrap="square" rtlCol="0">
            <a:spAutoFit/>
          </a:bodyPr>
          <a:lstStyle/>
          <a:p>
            <a:r>
              <a:rPr lang="en-US" sz="4800" dirty="0">
                <a:solidFill>
                  <a:schemeClr val="bg1"/>
                </a:solidFill>
                <a:latin typeface="Modern No. 20" panose="02070704070505020303" pitchFamily="18" charset="0"/>
              </a:rPr>
              <a:t>Personality Traits</a:t>
            </a:r>
          </a:p>
        </p:txBody>
      </p:sp>
    </p:spTree>
    <p:extLst>
      <p:ext uri="{BB962C8B-B14F-4D97-AF65-F5344CB8AC3E}">
        <p14:creationId xmlns:p14="http://schemas.microsoft.com/office/powerpoint/2010/main" val="41875468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2ABF01-765A-404F-BBE2-1D20229A7756}"/>
              </a:ext>
            </a:extLst>
          </p:cNvPr>
          <p:cNvSpPr/>
          <p:nvPr/>
        </p:nvSpPr>
        <p:spPr>
          <a:xfrm>
            <a:off x="0" y="0"/>
            <a:ext cx="12192000" cy="7288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6FB3A548-373E-4842-8CD7-124CDADD9D9A}"/>
              </a:ext>
            </a:extLst>
          </p:cNvPr>
          <p:cNvSpPr/>
          <p:nvPr/>
        </p:nvSpPr>
        <p:spPr>
          <a:xfrm>
            <a:off x="303776" y="865426"/>
            <a:ext cx="5764695" cy="5678553"/>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78C1A88-5669-4300-BC00-7E44C7BC8798}"/>
              </a:ext>
            </a:extLst>
          </p:cNvPr>
          <p:cNvSpPr txBox="1"/>
          <p:nvPr/>
        </p:nvSpPr>
        <p:spPr>
          <a:xfrm>
            <a:off x="974797" y="968681"/>
            <a:ext cx="3935896" cy="523220"/>
          </a:xfrm>
          <a:prstGeom prst="rect">
            <a:avLst/>
          </a:prstGeom>
          <a:noFill/>
        </p:spPr>
        <p:txBody>
          <a:bodyPr wrap="square" rtlCol="0">
            <a:spAutoFit/>
          </a:bodyPr>
          <a:lstStyle/>
          <a:p>
            <a:r>
              <a:rPr lang="en-US" sz="2800" dirty="0">
                <a:latin typeface="Bahnschrift SemiBold" panose="020B0502040204020203" pitchFamily="34" charset="0"/>
              </a:rPr>
              <a:t>Future Goals</a:t>
            </a:r>
          </a:p>
        </p:txBody>
      </p:sp>
      <p:cxnSp>
        <p:nvCxnSpPr>
          <p:cNvPr id="7" name="Straight Connector 6">
            <a:extLst>
              <a:ext uri="{FF2B5EF4-FFF2-40B4-BE49-F238E27FC236}">
                <a16:creationId xmlns:a16="http://schemas.microsoft.com/office/drawing/2014/main" id="{96F53840-C2F2-4BD1-8ADD-4CA2EE8E3D43}"/>
              </a:ext>
            </a:extLst>
          </p:cNvPr>
          <p:cNvCxnSpPr/>
          <p:nvPr/>
        </p:nvCxnSpPr>
        <p:spPr>
          <a:xfrm>
            <a:off x="761996" y="1491901"/>
            <a:ext cx="4896678" cy="0"/>
          </a:xfrm>
          <a:prstGeom prst="line">
            <a:avLst/>
          </a:prstGeom>
          <a:ln>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8" name="Flowchart: Connector 7">
            <a:extLst>
              <a:ext uri="{FF2B5EF4-FFF2-40B4-BE49-F238E27FC236}">
                <a16:creationId xmlns:a16="http://schemas.microsoft.com/office/drawing/2014/main" id="{9246A997-6492-4F28-95D5-C64AA302B440}"/>
              </a:ext>
            </a:extLst>
          </p:cNvPr>
          <p:cNvSpPr/>
          <p:nvPr/>
        </p:nvSpPr>
        <p:spPr>
          <a:xfrm>
            <a:off x="733996" y="1692265"/>
            <a:ext cx="523461" cy="516822"/>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Connector 11">
            <a:extLst>
              <a:ext uri="{FF2B5EF4-FFF2-40B4-BE49-F238E27FC236}">
                <a16:creationId xmlns:a16="http://schemas.microsoft.com/office/drawing/2014/main" id="{DADA431E-530A-4140-AD79-2BE67F9D9F48}"/>
              </a:ext>
            </a:extLst>
          </p:cNvPr>
          <p:cNvSpPr/>
          <p:nvPr/>
        </p:nvSpPr>
        <p:spPr>
          <a:xfrm>
            <a:off x="761996" y="5303384"/>
            <a:ext cx="523461" cy="59712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Connector 12">
            <a:extLst>
              <a:ext uri="{FF2B5EF4-FFF2-40B4-BE49-F238E27FC236}">
                <a16:creationId xmlns:a16="http://schemas.microsoft.com/office/drawing/2014/main" id="{EC785212-C68C-4178-B331-5B3983085B4E}"/>
              </a:ext>
            </a:extLst>
          </p:cNvPr>
          <p:cNvSpPr/>
          <p:nvPr/>
        </p:nvSpPr>
        <p:spPr>
          <a:xfrm>
            <a:off x="761996" y="3400936"/>
            <a:ext cx="523461" cy="516822"/>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5E228EC3-114F-4431-8336-74A9E9E654A8}"/>
              </a:ext>
            </a:extLst>
          </p:cNvPr>
          <p:cNvSpPr/>
          <p:nvPr/>
        </p:nvSpPr>
        <p:spPr>
          <a:xfrm>
            <a:off x="1590257" y="1692266"/>
            <a:ext cx="3935896" cy="1482668"/>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4D2817CE-7FED-4DC3-8BBA-4EC703845059}"/>
              </a:ext>
            </a:extLst>
          </p:cNvPr>
          <p:cNvSpPr/>
          <p:nvPr/>
        </p:nvSpPr>
        <p:spPr>
          <a:xfrm>
            <a:off x="1590261" y="3577655"/>
            <a:ext cx="3935896" cy="1332563"/>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3B293D98-19ED-4746-9F7D-898BDD11CEA0}"/>
              </a:ext>
            </a:extLst>
          </p:cNvPr>
          <p:cNvSpPr/>
          <p:nvPr/>
        </p:nvSpPr>
        <p:spPr>
          <a:xfrm>
            <a:off x="1590257" y="5132184"/>
            <a:ext cx="3935896" cy="1332563"/>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Graphic 20" descr="Rocket with solid fill">
            <a:extLst>
              <a:ext uri="{FF2B5EF4-FFF2-40B4-BE49-F238E27FC236}">
                <a16:creationId xmlns:a16="http://schemas.microsoft.com/office/drawing/2014/main" id="{509A1ED9-0E3D-4341-B131-0F9E6930453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3016" y="1761431"/>
            <a:ext cx="523460" cy="378490"/>
          </a:xfrm>
          <a:prstGeom prst="flowChartConnector">
            <a:avLst/>
          </a:prstGeom>
        </p:spPr>
      </p:pic>
      <p:pic>
        <p:nvPicPr>
          <p:cNvPr id="29" name="Graphic 28" descr="Trophy with solid fill">
            <a:extLst>
              <a:ext uri="{FF2B5EF4-FFF2-40B4-BE49-F238E27FC236}">
                <a16:creationId xmlns:a16="http://schemas.microsoft.com/office/drawing/2014/main" id="{23FEE076-C6A8-4D1B-A867-D803BED35CC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77912" y="5345223"/>
            <a:ext cx="485011" cy="530883"/>
          </a:xfrm>
          <a:prstGeom prst="rect">
            <a:avLst/>
          </a:prstGeom>
        </p:spPr>
      </p:pic>
      <p:cxnSp>
        <p:nvCxnSpPr>
          <p:cNvPr id="32" name="Straight Connector 31">
            <a:extLst>
              <a:ext uri="{FF2B5EF4-FFF2-40B4-BE49-F238E27FC236}">
                <a16:creationId xmlns:a16="http://schemas.microsoft.com/office/drawing/2014/main" id="{A0B26C4F-89DE-4DB6-ABEA-EDA200A26CB0}"/>
              </a:ext>
            </a:extLst>
          </p:cNvPr>
          <p:cNvCxnSpPr>
            <a:cxnSpLocks/>
          </p:cNvCxnSpPr>
          <p:nvPr/>
        </p:nvCxnSpPr>
        <p:spPr>
          <a:xfrm>
            <a:off x="990532" y="2207678"/>
            <a:ext cx="14214" cy="1171103"/>
          </a:xfrm>
          <a:prstGeom prst="line">
            <a:avLst/>
          </a:prstGeom>
        </p:spPr>
        <p:style>
          <a:lnRef idx="3">
            <a:schemeClr val="dk1"/>
          </a:lnRef>
          <a:fillRef idx="0">
            <a:schemeClr val="dk1"/>
          </a:fillRef>
          <a:effectRef idx="2">
            <a:schemeClr val="dk1"/>
          </a:effectRef>
          <a:fontRef idx="minor">
            <a:schemeClr val="tx1"/>
          </a:fontRef>
        </p:style>
      </p:cxnSp>
      <p:cxnSp>
        <p:nvCxnSpPr>
          <p:cNvPr id="33" name="Straight Connector 32">
            <a:extLst>
              <a:ext uri="{FF2B5EF4-FFF2-40B4-BE49-F238E27FC236}">
                <a16:creationId xmlns:a16="http://schemas.microsoft.com/office/drawing/2014/main" id="{B84FFB3E-5F41-42E5-A6AE-8476D5709CE8}"/>
              </a:ext>
            </a:extLst>
          </p:cNvPr>
          <p:cNvCxnSpPr>
            <a:cxnSpLocks/>
          </p:cNvCxnSpPr>
          <p:nvPr/>
        </p:nvCxnSpPr>
        <p:spPr>
          <a:xfrm>
            <a:off x="1020417" y="3917758"/>
            <a:ext cx="13456" cy="13762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8" name="Graphic 37" descr="Airplane with solid fill">
            <a:extLst>
              <a:ext uri="{FF2B5EF4-FFF2-40B4-BE49-F238E27FC236}">
                <a16:creationId xmlns:a16="http://schemas.microsoft.com/office/drawing/2014/main" id="{5B5C5FC0-FE43-4639-BCE0-584994FAF1D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5400000">
            <a:off x="756397" y="3436110"/>
            <a:ext cx="603031" cy="488374"/>
          </a:xfrm>
          <a:prstGeom prst="rect">
            <a:avLst/>
          </a:prstGeom>
        </p:spPr>
      </p:pic>
      <p:sp>
        <p:nvSpPr>
          <p:cNvPr id="39" name="TextBox 38">
            <a:extLst>
              <a:ext uri="{FF2B5EF4-FFF2-40B4-BE49-F238E27FC236}">
                <a16:creationId xmlns:a16="http://schemas.microsoft.com/office/drawing/2014/main" id="{DD6844CC-B561-4C8F-B0B1-A50BA7DAF81E}"/>
              </a:ext>
            </a:extLst>
          </p:cNvPr>
          <p:cNvSpPr txBox="1"/>
          <p:nvPr/>
        </p:nvSpPr>
        <p:spPr>
          <a:xfrm>
            <a:off x="1689978" y="1663497"/>
            <a:ext cx="3617844" cy="400110"/>
          </a:xfrm>
          <a:prstGeom prst="rect">
            <a:avLst/>
          </a:prstGeom>
          <a:noFill/>
        </p:spPr>
        <p:txBody>
          <a:bodyPr wrap="square" rtlCol="0">
            <a:spAutoFit/>
          </a:bodyPr>
          <a:lstStyle/>
          <a:p>
            <a:r>
              <a:rPr lang="en-US" sz="2000" b="1" dirty="0">
                <a:latin typeface="Modern No. 20" panose="02070704070505020303" pitchFamily="18" charset="0"/>
              </a:rPr>
              <a:t>Short Term Goals (1 year)</a:t>
            </a:r>
          </a:p>
        </p:txBody>
      </p:sp>
      <p:sp>
        <p:nvSpPr>
          <p:cNvPr id="40" name="TextBox 39">
            <a:extLst>
              <a:ext uri="{FF2B5EF4-FFF2-40B4-BE49-F238E27FC236}">
                <a16:creationId xmlns:a16="http://schemas.microsoft.com/office/drawing/2014/main" id="{FDB80EB5-D012-46B1-83C2-AAC181658DF5}"/>
              </a:ext>
            </a:extLst>
          </p:cNvPr>
          <p:cNvSpPr txBox="1"/>
          <p:nvPr/>
        </p:nvSpPr>
        <p:spPr>
          <a:xfrm>
            <a:off x="1825416" y="2102622"/>
            <a:ext cx="3617843" cy="1015663"/>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Georgia" panose="02040502050405020303" pitchFamily="18" charset="0"/>
              </a:rPr>
              <a:t>Improve Skills</a:t>
            </a:r>
          </a:p>
          <a:p>
            <a:pPr marL="285750" indent="-285750">
              <a:buFont typeface="Arial" panose="020B0604020202020204" pitchFamily="34" charset="0"/>
              <a:buChar char="•"/>
            </a:pPr>
            <a:r>
              <a:rPr lang="en-US" sz="2000" dirty="0">
                <a:latin typeface="Georgia" panose="02040502050405020303" pitchFamily="18" charset="0"/>
              </a:rPr>
              <a:t>Build Confidence In Public Speaking</a:t>
            </a:r>
          </a:p>
        </p:txBody>
      </p:sp>
      <p:sp>
        <p:nvSpPr>
          <p:cNvPr id="41" name="TextBox 40">
            <a:extLst>
              <a:ext uri="{FF2B5EF4-FFF2-40B4-BE49-F238E27FC236}">
                <a16:creationId xmlns:a16="http://schemas.microsoft.com/office/drawing/2014/main" id="{CE6E4A60-9256-4293-84C3-AB1E9D54D5E2}"/>
              </a:ext>
            </a:extLst>
          </p:cNvPr>
          <p:cNvSpPr txBox="1"/>
          <p:nvPr/>
        </p:nvSpPr>
        <p:spPr>
          <a:xfrm>
            <a:off x="1754597" y="3582131"/>
            <a:ext cx="3572777" cy="400110"/>
          </a:xfrm>
          <a:prstGeom prst="rect">
            <a:avLst/>
          </a:prstGeom>
          <a:noFill/>
        </p:spPr>
        <p:txBody>
          <a:bodyPr wrap="square" rtlCol="0">
            <a:spAutoFit/>
          </a:bodyPr>
          <a:lstStyle/>
          <a:p>
            <a:r>
              <a:rPr lang="en-US" sz="2000" b="1" dirty="0">
                <a:latin typeface="Modern No. 20" panose="02070704070505020303" pitchFamily="18" charset="0"/>
              </a:rPr>
              <a:t>Medium Term Goals (2 year)</a:t>
            </a:r>
          </a:p>
        </p:txBody>
      </p:sp>
      <p:sp>
        <p:nvSpPr>
          <p:cNvPr id="42" name="TextBox 41">
            <a:extLst>
              <a:ext uri="{FF2B5EF4-FFF2-40B4-BE49-F238E27FC236}">
                <a16:creationId xmlns:a16="http://schemas.microsoft.com/office/drawing/2014/main" id="{86E1495D-5D97-4ABB-8759-4E6F73752002}"/>
              </a:ext>
            </a:extLst>
          </p:cNvPr>
          <p:cNvSpPr txBox="1"/>
          <p:nvPr/>
        </p:nvSpPr>
        <p:spPr>
          <a:xfrm>
            <a:off x="1839735" y="4139235"/>
            <a:ext cx="3589204" cy="707886"/>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Georgia" panose="02040502050405020303" pitchFamily="18" charset="0"/>
              </a:rPr>
              <a:t>Gain Professional Certification </a:t>
            </a:r>
          </a:p>
        </p:txBody>
      </p:sp>
      <p:sp>
        <p:nvSpPr>
          <p:cNvPr id="43" name="TextBox 42">
            <a:extLst>
              <a:ext uri="{FF2B5EF4-FFF2-40B4-BE49-F238E27FC236}">
                <a16:creationId xmlns:a16="http://schemas.microsoft.com/office/drawing/2014/main" id="{E6AA9496-EA4D-4911-8866-93ED71E382D2}"/>
              </a:ext>
            </a:extLst>
          </p:cNvPr>
          <p:cNvSpPr txBox="1"/>
          <p:nvPr/>
        </p:nvSpPr>
        <p:spPr>
          <a:xfrm>
            <a:off x="1869209" y="5163039"/>
            <a:ext cx="3352804" cy="400110"/>
          </a:xfrm>
          <a:prstGeom prst="rect">
            <a:avLst/>
          </a:prstGeom>
          <a:noFill/>
        </p:spPr>
        <p:txBody>
          <a:bodyPr wrap="square" rtlCol="0">
            <a:spAutoFit/>
          </a:bodyPr>
          <a:lstStyle/>
          <a:p>
            <a:r>
              <a:rPr lang="en-US" sz="2000" b="1" dirty="0">
                <a:latin typeface="Modern No. 20" panose="02070704070505020303" pitchFamily="18" charset="0"/>
              </a:rPr>
              <a:t>Long Term Goals </a:t>
            </a:r>
          </a:p>
        </p:txBody>
      </p:sp>
      <p:sp>
        <p:nvSpPr>
          <p:cNvPr id="44" name="TextBox 43">
            <a:extLst>
              <a:ext uri="{FF2B5EF4-FFF2-40B4-BE49-F238E27FC236}">
                <a16:creationId xmlns:a16="http://schemas.microsoft.com/office/drawing/2014/main" id="{65F60168-0126-47F8-8783-AE3CC3F73373}"/>
              </a:ext>
            </a:extLst>
          </p:cNvPr>
          <p:cNvSpPr txBox="1"/>
          <p:nvPr/>
        </p:nvSpPr>
        <p:spPr>
          <a:xfrm>
            <a:off x="1854472" y="5676051"/>
            <a:ext cx="3559730" cy="400110"/>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Georgia" panose="02040502050405020303" pitchFamily="18" charset="0"/>
              </a:rPr>
              <a:t>Become a Qualified Doctor</a:t>
            </a:r>
          </a:p>
        </p:txBody>
      </p:sp>
      <p:sp>
        <p:nvSpPr>
          <p:cNvPr id="45" name="Rectangle: Rounded Corners 44">
            <a:extLst>
              <a:ext uri="{FF2B5EF4-FFF2-40B4-BE49-F238E27FC236}">
                <a16:creationId xmlns:a16="http://schemas.microsoft.com/office/drawing/2014/main" id="{CD380A7E-EFB4-4C32-9605-ABDAB7F46D83}"/>
              </a:ext>
            </a:extLst>
          </p:cNvPr>
          <p:cNvSpPr/>
          <p:nvPr/>
        </p:nvSpPr>
        <p:spPr>
          <a:xfrm>
            <a:off x="6526691" y="865427"/>
            <a:ext cx="5494338" cy="5678552"/>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E55B296C-9257-4726-A62F-DC5A890BEC12}"/>
              </a:ext>
            </a:extLst>
          </p:cNvPr>
          <p:cNvSpPr txBox="1"/>
          <p:nvPr/>
        </p:nvSpPr>
        <p:spPr>
          <a:xfrm>
            <a:off x="7273689" y="1086763"/>
            <a:ext cx="4401403" cy="400110"/>
          </a:xfrm>
          <a:prstGeom prst="rect">
            <a:avLst/>
          </a:prstGeom>
          <a:noFill/>
        </p:spPr>
        <p:txBody>
          <a:bodyPr wrap="square" rtlCol="0">
            <a:spAutoFit/>
          </a:bodyPr>
          <a:lstStyle/>
          <a:p>
            <a:r>
              <a:rPr lang="en-US" sz="2000" b="1" dirty="0">
                <a:latin typeface="Bahnschrift SemiBold" panose="020B0502040204020203" pitchFamily="34" charset="0"/>
              </a:rPr>
              <a:t>Role Model and Inspiration</a:t>
            </a:r>
          </a:p>
        </p:txBody>
      </p:sp>
      <p:cxnSp>
        <p:nvCxnSpPr>
          <p:cNvPr id="48" name="Straight Connector 47">
            <a:extLst>
              <a:ext uri="{FF2B5EF4-FFF2-40B4-BE49-F238E27FC236}">
                <a16:creationId xmlns:a16="http://schemas.microsoft.com/office/drawing/2014/main" id="{00A050A8-8B6B-4D08-B88A-10FB598521D6}"/>
              </a:ext>
            </a:extLst>
          </p:cNvPr>
          <p:cNvCxnSpPr>
            <a:cxnSpLocks/>
          </p:cNvCxnSpPr>
          <p:nvPr/>
        </p:nvCxnSpPr>
        <p:spPr>
          <a:xfrm flipH="1">
            <a:off x="6886263" y="1486873"/>
            <a:ext cx="4640239" cy="0"/>
          </a:xfrm>
          <a:prstGeom prst="line">
            <a:avLst/>
          </a:prstGeom>
          <a:ln>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52" name="Star: 5 Points 51">
            <a:extLst>
              <a:ext uri="{FF2B5EF4-FFF2-40B4-BE49-F238E27FC236}">
                <a16:creationId xmlns:a16="http://schemas.microsoft.com/office/drawing/2014/main" id="{61079271-D304-4DD6-B2A3-CA89F3EAB3E1}"/>
              </a:ext>
            </a:extLst>
          </p:cNvPr>
          <p:cNvSpPr/>
          <p:nvPr/>
        </p:nvSpPr>
        <p:spPr>
          <a:xfrm>
            <a:off x="6886263" y="1086763"/>
            <a:ext cx="436728" cy="400110"/>
          </a:xfrm>
          <a:prstGeom prst="star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Rounded Corners 52">
            <a:extLst>
              <a:ext uri="{FF2B5EF4-FFF2-40B4-BE49-F238E27FC236}">
                <a16:creationId xmlns:a16="http://schemas.microsoft.com/office/drawing/2014/main" id="{67193673-FBC0-4460-A2EC-F182203F3303}"/>
              </a:ext>
            </a:extLst>
          </p:cNvPr>
          <p:cNvSpPr/>
          <p:nvPr/>
        </p:nvSpPr>
        <p:spPr>
          <a:xfrm>
            <a:off x="6792082" y="1692265"/>
            <a:ext cx="5056146" cy="1686515"/>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Rounded Corners 53">
            <a:extLst>
              <a:ext uri="{FF2B5EF4-FFF2-40B4-BE49-F238E27FC236}">
                <a16:creationId xmlns:a16="http://schemas.microsoft.com/office/drawing/2014/main" id="{9110EEEE-51BC-41A4-8C17-3E9A63A76B8B}"/>
              </a:ext>
            </a:extLst>
          </p:cNvPr>
          <p:cNvSpPr/>
          <p:nvPr/>
        </p:nvSpPr>
        <p:spPr>
          <a:xfrm>
            <a:off x="6696970" y="3577655"/>
            <a:ext cx="5151257" cy="2791506"/>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681BEB3-CC3A-475D-A751-22D95F9CDC98}"/>
              </a:ext>
            </a:extLst>
          </p:cNvPr>
          <p:cNvSpPr txBox="1"/>
          <p:nvPr/>
        </p:nvSpPr>
        <p:spPr>
          <a:xfrm>
            <a:off x="6902832" y="3638820"/>
            <a:ext cx="5057828" cy="2677656"/>
          </a:xfrm>
          <a:prstGeom prst="rect">
            <a:avLst/>
          </a:prstGeom>
          <a:noFill/>
        </p:spPr>
        <p:txBody>
          <a:bodyPr wrap="square" rtlCol="0">
            <a:spAutoFit/>
          </a:bodyPr>
          <a:lstStyle/>
          <a:p>
            <a:r>
              <a:rPr lang="en-US" sz="2400" dirty="0">
                <a:latin typeface="Georgia" panose="02040502050405020303" pitchFamily="18" charset="0"/>
              </a:rPr>
              <a:t>Bibi Fatima (RA) is my role model for her honesty, humility, wisdom, and remarkable strength. Her character and values inspire me to approach challenges with integrity and resilience in both personal and professional life.</a:t>
            </a:r>
          </a:p>
        </p:txBody>
      </p:sp>
      <p:sp>
        <p:nvSpPr>
          <p:cNvPr id="9" name="TextBox 8">
            <a:extLst>
              <a:ext uri="{FF2B5EF4-FFF2-40B4-BE49-F238E27FC236}">
                <a16:creationId xmlns:a16="http://schemas.microsoft.com/office/drawing/2014/main" id="{E74F389D-65C3-4FA9-83D7-C1F281C4B5C8}"/>
              </a:ext>
            </a:extLst>
          </p:cNvPr>
          <p:cNvSpPr txBox="1"/>
          <p:nvPr/>
        </p:nvSpPr>
        <p:spPr>
          <a:xfrm>
            <a:off x="7466831" y="2583250"/>
            <a:ext cx="3614057" cy="369332"/>
          </a:xfrm>
          <a:prstGeom prst="rect">
            <a:avLst/>
          </a:prstGeom>
          <a:noFill/>
        </p:spPr>
        <p:txBody>
          <a:bodyPr wrap="square" rtlCol="0">
            <a:spAutoFit/>
          </a:bodyPr>
          <a:lstStyle/>
          <a:p>
            <a:endParaRPr lang="en-US" dirty="0"/>
          </a:p>
        </p:txBody>
      </p:sp>
      <p:sp>
        <p:nvSpPr>
          <p:cNvPr id="10" name="TextBox 9">
            <a:extLst>
              <a:ext uri="{FF2B5EF4-FFF2-40B4-BE49-F238E27FC236}">
                <a16:creationId xmlns:a16="http://schemas.microsoft.com/office/drawing/2014/main" id="{9C527123-CC89-4CDC-961C-BDE66877B16D}"/>
              </a:ext>
            </a:extLst>
          </p:cNvPr>
          <p:cNvSpPr txBox="1"/>
          <p:nvPr/>
        </p:nvSpPr>
        <p:spPr>
          <a:xfrm>
            <a:off x="6987045" y="1761728"/>
            <a:ext cx="3360466" cy="523220"/>
          </a:xfrm>
          <a:prstGeom prst="rect">
            <a:avLst/>
          </a:prstGeom>
          <a:noFill/>
        </p:spPr>
        <p:txBody>
          <a:bodyPr wrap="square" rtlCol="0">
            <a:spAutoFit/>
          </a:bodyPr>
          <a:lstStyle/>
          <a:p>
            <a:r>
              <a:rPr lang="en-US" sz="2800" dirty="0">
                <a:latin typeface="Modern No. 20" panose="02070704070505020303" pitchFamily="18" charset="0"/>
              </a:rPr>
              <a:t>Bibi Fatima </a:t>
            </a:r>
          </a:p>
        </p:txBody>
      </p:sp>
      <p:sp>
        <p:nvSpPr>
          <p:cNvPr id="11" name="TextBox 10">
            <a:extLst>
              <a:ext uri="{FF2B5EF4-FFF2-40B4-BE49-F238E27FC236}">
                <a16:creationId xmlns:a16="http://schemas.microsoft.com/office/drawing/2014/main" id="{91BA6535-422B-4D29-8D15-28BDB94C5882}"/>
              </a:ext>
            </a:extLst>
          </p:cNvPr>
          <p:cNvSpPr txBox="1"/>
          <p:nvPr/>
        </p:nvSpPr>
        <p:spPr>
          <a:xfrm>
            <a:off x="6879532" y="2421505"/>
            <a:ext cx="4912925" cy="707886"/>
          </a:xfrm>
          <a:prstGeom prst="rect">
            <a:avLst/>
          </a:prstGeom>
          <a:noFill/>
        </p:spPr>
        <p:txBody>
          <a:bodyPr wrap="square" rtlCol="0">
            <a:spAutoFit/>
          </a:bodyPr>
          <a:lstStyle/>
          <a:p>
            <a:r>
              <a:rPr lang="en-US" sz="2000" b="1" dirty="0">
                <a:latin typeface="Georgia" panose="02040502050405020303" pitchFamily="18" charset="0"/>
              </a:rPr>
              <a:t>“Seek contentment with what God provides, and you will find peace.”</a:t>
            </a:r>
            <a:endParaRPr lang="en-US" sz="2000" dirty="0">
              <a:latin typeface="Georgia" panose="02040502050405020303" pitchFamily="18" charset="0"/>
            </a:endParaRPr>
          </a:p>
        </p:txBody>
      </p:sp>
      <p:cxnSp>
        <p:nvCxnSpPr>
          <p:cNvPr id="18" name="Straight Connector 17">
            <a:extLst>
              <a:ext uri="{FF2B5EF4-FFF2-40B4-BE49-F238E27FC236}">
                <a16:creationId xmlns:a16="http://schemas.microsoft.com/office/drawing/2014/main" id="{9012AB76-503D-4F90-BCF7-5806132CDF58}"/>
              </a:ext>
            </a:extLst>
          </p:cNvPr>
          <p:cNvCxnSpPr/>
          <p:nvPr/>
        </p:nvCxnSpPr>
        <p:spPr>
          <a:xfrm>
            <a:off x="7104627" y="2207678"/>
            <a:ext cx="4421875" cy="0"/>
          </a:xfrm>
          <a:prstGeom prst="line">
            <a:avLst/>
          </a:prstGeom>
          <a:ln>
            <a:solidFill>
              <a:schemeClr val="tx2">
                <a:lumMod val="20000"/>
                <a:lumOff val="80000"/>
                <a:alpha val="96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12082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77E880-EE86-4A64-BAF0-25B8742777B9}"/>
              </a:ext>
            </a:extLst>
          </p:cNvPr>
          <p:cNvSpPr/>
          <p:nvPr/>
        </p:nvSpPr>
        <p:spPr>
          <a:xfrm>
            <a:off x="238440" y="2075204"/>
            <a:ext cx="5777948" cy="458525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9" name="Group 28">
            <a:extLst>
              <a:ext uri="{FF2B5EF4-FFF2-40B4-BE49-F238E27FC236}">
                <a16:creationId xmlns:a16="http://schemas.microsoft.com/office/drawing/2014/main" id="{1E2A28E8-BFBA-4D9B-B511-1058D0054C24}"/>
              </a:ext>
            </a:extLst>
          </p:cNvPr>
          <p:cNvGrpSpPr/>
          <p:nvPr/>
        </p:nvGrpSpPr>
        <p:grpSpPr>
          <a:xfrm>
            <a:off x="679026" y="2393973"/>
            <a:ext cx="5081516" cy="945108"/>
            <a:chOff x="1014484" y="3911789"/>
            <a:chExt cx="5081516" cy="945108"/>
          </a:xfrm>
        </p:grpSpPr>
        <p:sp>
          <p:nvSpPr>
            <p:cNvPr id="30" name="Rectangle: Rounded Corners 29">
              <a:extLst>
                <a:ext uri="{FF2B5EF4-FFF2-40B4-BE49-F238E27FC236}">
                  <a16:creationId xmlns:a16="http://schemas.microsoft.com/office/drawing/2014/main" id="{098E4AD3-C37B-4EEE-A934-73919AD47822}"/>
                </a:ext>
              </a:extLst>
            </p:cNvPr>
            <p:cNvSpPr/>
            <p:nvPr/>
          </p:nvSpPr>
          <p:spPr>
            <a:xfrm>
              <a:off x="1019033" y="3911790"/>
              <a:ext cx="5076967" cy="94510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C25F9D4-8F2B-41F7-B680-0203ED4C7D02}"/>
                </a:ext>
              </a:extLst>
            </p:cNvPr>
            <p:cNvSpPr/>
            <p:nvPr/>
          </p:nvSpPr>
          <p:spPr>
            <a:xfrm>
              <a:off x="1014484" y="3911789"/>
              <a:ext cx="95535" cy="9451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E0DA7FD7-0ECE-49C4-887F-CA0C763A3C72}"/>
              </a:ext>
            </a:extLst>
          </p:cNvPr>
          <p:cNvGrpSpPr/>
          <p:nvPr/>
        </p:nvGrpSpPr>
        <p:grpSpPr>
          <a:xfrm>
            <a:off x="662015" y="5419865"/>
            <a:ext cx="5081516" cy="945108"/>
            <a:chOff x="1014484" y="3911789"/>
            <a:chExt cx="5081516" cy="945108"/>
          </a:xfrm>
        </p:grpSpPr>
        <p:sp>
          <p:nvSpPr>
            <p:cNvPr id="33" name="Rectangle: Rounded Corners 32">
              <a:extLst>
                <a:ext uri="{FF2B5EF4-FFF2-40B4-BE49-F238E27FC236}">
                  <a16:creationId xmlns:a16="http://schemas.microsoft.com/office/drawing/2014/main" id="{308363BB-339B-4F61-A3DD-B7465A8988F3}"/>
                </a:ext>
              </a:extLst>
            </p:cNvPr>
            <p:cNvSpPr/>
            <p:nvPr/>
          </p:nvSpPr>
          <p:spPr>
            <a:xfrm>
              <a:off x="1019033" y="3911790"/>
              <a:ext cx="5076967" cy="94510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D5E640D-A184-4FBB-9E14-C5BD83994542}"/>
                </a:ext>
              </a:extLst>
            </p:cNvPr>
            <p:cNvSpPr/>
            <p:nvPr/>
          </p:nvSpPr>
          <p:spPr>
            <a:xfrm>
              <a:off x="1014484" y="3911789"/>
              <a:ext cx="95535" cy="9451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Flowchart: Terminator 27">
            <a:extLst>
              <a:ext uri="{FF2B5EF4-FFF2-40B4-BE49-F238E27FC236}">
                <a16:creationId xmlns:a16="http://schemas.microsoft.com/office/drawing/2014/main" id="{F2A13F23-A483-4A9C-9323-21ADE9091F3F}"/>
              </a:ext>
            </a:extLst>
          </p:cNvPr>
          <p:cNvSpPr/>
          <p:nvPr/>
        </p:nvSpPr>
        <p:spPr>
          <a:xfrm>
            <a:off x="7085065" y="1024766"/>
            <a:ext cx="4473500" cy="849830"/>
          </a:xfrm>
          <a:prstGeom prst="flowChartTerminator">
            <a:avLst/>
          </a:prstGeom>
          <a:solidFill>
            <a:srgbClr val="1892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37F8A9A-6808-4489-A9C1-E62BD3EEDE9A}"/>
              </a:ext>
            </a:extLst>
          </p:cNvPr>
          <p:cNvSpPr/>
          <p:nvPr/>
        </p:nvSpPr>
        <p:spPr>
          <a:xfrm>
            <a:off x="0" y="0"/>
            <a:ext cx="12192000" cy="5732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9FC45D95-B397-414E-8306-0E7CC154C4C1}"/>
              </a:ext>
            </a:extLst>
          </p:cNvPr>
          <p:cNvGrpSpPr/>
          <p:nvPr/>
        </p:nvGrpSpPr>
        <p:grpSpPr>
          <a:xfrm>
            <a:off x="662015" y="3830645"/>
            <a:ext cx="5081516" cy="945108"/>
            <a:chOff x="1014484" y="3911789"/>
            <a:chExt cx="5081516" cy="945108"/>
          </a:xfrm>
        </p:grpSpPr>
        <p:sp>
          <p:nvSpPr>
            <p:cNvPr id="7" name="Rectangle: Rounded Corners 6">
              <a:extLst>
                <a:ext uri="{FF2B5EF4-FFF2-40B4-BE49-F238E27FC236}">
                  <a16:creationId xmlns:a16="http://schemas.microsoft.com/office/drawing/2014/main" id="{0C9BB19F-0D09-453A-A48E-D175EC93C6D3}"/>
                </a:ext>
              </a:extLst>
            </p:cNvPr>
            <p:cNvSpPr/>
            <p:nvPr/>
          </p:nvSpPr>
          <p:spPr>
            <a:xfrm>
              <a:off x="1019033" y="3911790"/>
              <a:ext cx="5076967" cy="94510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0D6ABF9-4E60-41E3-A8D5-D53C9512C9A3}"/>
                </a:ext>
              </a:extLst>
            </p:cNvPr>
            <p:cNvSpPr/>
            <p:nvPr/>
          </p:nvSpPr>
          <p:spPr>
            <a:xfrm>
              <a:off x="1014484" y="3911789"/>
              <a:ext cx="95535" cy="9451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 name="TextBox 8">
            <a:extLst>
              <a:ext uri="{FF2B5EF4-FFF2-40B4-BE49-F238E27FC236}">
                <a16:creationId xmlns:a16="http://schemas.microsoft.com/office/drawing/2014/main" id="{D8507FF7-4A00-41C0-847E-53970DF21781}"/>
              </a:ext>
            </a:extLst>
          </p:cNvPr>
          <p:cNvSpPr txBox="1"/>
          <p:nvPr/>
        </p:nvSpPr>
        <p:spPr>
          <a:xfrm>
            <a:off x="935167" y="2539093"/>
            <a:ext cx="4651513" cy="707886"/>
          </a:xfrm>
          <a:prstGeom prst="rect">
            <a:avLst/>
          </a:prstGeom>
          <a:noFill/>
        </p:spPr>
        <p:txBody>
          <a:bodyPr wrap="square" rtlCol="0">
            <a:spAutoFit/>
          </a:bodyPr>
          <a:lstStyle/>
          <a:p>
            <a:r>
              <a:rPr lang="en-US" sz="2000" dirty="0"/>
              <a:t>Secured 94% in Class 8 and awarded a medal for excellence</a:t>
            </a:r>
          </a:p>
        </p:txBody>
      </p:sp>
      <p:sp>
        <p:nvSpPr>
          <p:cNvPr id="10" name="TextBox 9">
            <a:extLst>
              <a:ext uri="{FF2B5EF4-FFF2-40B4-BE49-F238E27FC236}">
                <a16:creationId xmlns:a16="http://schemas.microsoft.com/office/drawing/2014/main" id="{F256D57E-07B7-4372-A2E0-AED010EC3B0A}"/>
              </a:ext>
            </a:extLst>
          </p:cNvPr>
          <p:cNvSpPr txBox="1"/>
          <p:nvPr/>
        </p:nvSpPr>
        <p:spPr>
          <a:xfrm>
            <a:off x="924783" y="3983044"/>
            <a:ext cx="4686226" cy="707886"/>
          </a:xfrm>
          <a:prstGeom prst="rect">
            <a:avLst/>
          </a:prstGeom>
          <a:noFill/>
        </p:spPr>
        <p:txBody>
          <a:bodyPr wrap="square" rtlCol="0">
            <a:spAutoFit/>
          </a:bodyPr>
          <a:lstStyle/>
          <a:p>
            <a:r>
              <a:rPr lang="en-US" sz="2000" dirty="0"/>
              <a:t>Certified in Digital Marketing upon successful course completion.</a:t>
            </a:r>
          </a:p>
        </p:txBody>
      </p:sp>
      <p:sp>
        <p:nvSpPr>
          <p:cNvPr id="11" name="TextBox 10">
            <a:extLst>
              <a:ext uri="{FF2B5EF4-FFF2-40B4-BE49-F238E27FC236}">
                <a16:creationId xmlns:a16="http://schemas.microsoft.com/office/drawing/2014/main" id="{2D728B80-175D-4F83-9AFE-827B705E37ED}"/>
              </a:ext>
            </a:extLst>
          </p:cNvPr>
          <p:cNvSpPr txBox="1"/>
          <p:nvPr/>
        </p:nvSpPr>
        <p:spPr>
          <a:xfrm>
            <a:off x="1020318" y="5657192"/>
            <a:ext cx="4590691" cy="400110"/>
          </a:xfrm>
          <a:prstGeom prst="rect">
            <a:avLst/>
          </a:prstGeom>
          <a:noFill/>
        </p:spPr>
        <p:txBody>
          <a:bodyPr wrap="square" rtlCol="0">
            <a:spAutoFit/>
          </a:bodyPr>
          <a:lstStyle/>
          <a:p>
            <a:r>
              <a:rPr lang="en-US" sz="2000" dirty="0"/>
              <a:t>Successfully completed Matriculation.</a:t>
            </a:r>
          </a:p>
        </p:txBody>
      </p:sp>
      <p:sp>
        <p:nvSpPr>
          <p:cNvPr id="12" name="Flowchart: Terminator 11">
            <a:extLst>
              <a:ext uri="{FF2B5EF4-FFF2-40B4-BE49-F238E27FC236}">
                <a16:creationId xmlns:a16="http://schemas.microsoft.com/office/drawing/2014/main" id="{E38D5044-207D-434A-B95E-1770942F168D}"/>
              </a:ext>
            </a:extLst>
          </p:cNvPr>
          <p:cNvSpPr/>
          <p:nvPr/>
        </p:nvSpPr>
        <p:spPr>
          <a:xfrm>
            <a:off x="1113180" y="1064770"/>
            <a:ext cx="4473500" cy="849830"/>
          </a:xfrm>
          <a:prstGeom prst="flowChartTerminator">
            <a:avLst/>
          </a:prstGeom>
          <a:solidFill>
            <a:srgbClr val="1892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F5D5BF6-5A5F-491C-9378-CE21200812EC}"/>
              </a:ext>
            </a:extLst>
          </p:cNvPr>
          <p:cNvSpPr txBox="1"/>
          <p:nvPr/>
        </p:nvSpPr>
        <p:spPr>
          <a:xfrm>
            <a:off x="1501302" y="1200808"/>
            <a:ext cx="3784384" cy="523220"/>
          </a:xfrm>
          <a:prstGeom prst="rect">
            <a:avLst/>
          </a:prstGeom>
          <a:noFill/>
        </p:spPr>
        <p:txBody>
          <a:bodyPr wrap="square" rtlCol="0">
            <a:spAutoFit/>
          </a:bodyPr>
          <a:lstStyle/>
          <a:p>
            <a:r>
              <a:rPr lang="en-US" sz="2800" dirty="0">
                <a:solidFill>
                  <a:schemeClr val="bg1"/>
                </a:solidFill>
                <a:latin typeface="Modern No. 20" panose="02070704070505020303" pitchFamily="18" charset="0"/>
              </a:rPr>
              <a:t>Academic Achievement</a:t>
            </a:r>
          </a:p>
        </p:txBody>
      </p:sp>
      <p:pic>
        <p:nvPicPr>
          <p:cNvPr id="14" name="Graphic 13" descr="Graduation cap with solid fill">
            <a:extLst>
              <a:ext uri="{FF2B5EF4-FFF2-40B4-BE49-F238E27FC236}">
                <a16:creationId xmlns:a16="http://schemas.microsoft.com/office/drawing/2014/main" id="{60458FC8-728E-4096-948A-7D1C3B72011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3110" y="1024766"/>
            <a:ext cx="914400" cy="914400"/>
          </a:xfrm>
          <a:prstGeom prst="rect">
            <a:avLst/>
          </a:prstGeom>
        </p:spPr>
      </p:pic>
      <p:sp>
        <p:nvSpPr>
          <p:cNvPr id="15" name="Rectangle 14">
            <a:extLst>
              <a:ext uri="{FF2B5EF4-FFF2-40B4-BE49-F238E27FC236}">
                <a16:creationId xmlns:a16="http://schemas.microsoft.com/office/drawing/2014/main" id="{59247FC9-8704-4E7F-9497-221C1A0E6F67}"/>
              </a:ext>
            </a:extLst>
          </p:cNvPr>
          <p:cNvSpPr/>
          <p:nvPr/>
        </p:nvSpPr>
        <p:spPr>
          <a:xfrm>
            <a:off x="6428293" y="2075204"/>
            <a:ext cx="5525267" cy="458525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4B48717A-50F8-42AB-ACC0-8DA354F2AE8C}"/>
              </a:ext>
            </a:extLst>
          </p:cNvPr>
          <p:cNvGrpSpPr/>
          <p:nvPr/>
        </p:nvGrpSpPr>
        <p:grpSpPr>
          <a:xfrm>
            <a:off x="6778783" y="5419865"/>
            <a:ext cx="5081516" cy="945108"/>
            <a:chOff x="1014484" y="3911789"/>
            <a:chExt cx="5081516" cy="945108"/>
          </a:xfrm>
        </p:grpSpPr>
        <p:sp>
          <p:nvSpPr>
            <p:cNvPr id="17" name="Rectangle: Rounded Corners 16">
              <a:extLst>
                <a:ext uri="{FF2B5EF4-FFF2-40B4-BE49-F238E27FC236}">
                  <a16:creationId xmlns:a16="http://schemas.microsoft.com/office/drawing/2014/main" id="{33300414-32F9-41D0-8F96-8CA2BF1D5F2F}"/>
                </a:ext>
              </a:extLst>
            </p:cNvPr>
            <p:cNvSpPr/>
            <p:nvPr/>
          </p:nvSpPr>
          <p:spPr>
            <a:xfrm>
              <a:off x="1019033" y="3911790"/>
              <a:ext cx="5076967" cy="94510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C4B0952-78E1-4A75-940E-706BFB1BE062}"/>
                </a:ext>
              </a:extLst>
            </p:cNvPr>
            <p:cNvSpPr/>
            <p:nvPr/>
          </p:nvSpPr>
          <p:spPr>
            <a:xfrm>
              <a:off x="1014484" y="3911789"/>
              <a:ext cx="95535" cy="9451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A76653DC-6B6A-4CEB-BF82-923B6BC44008}"/>
              </a:ext>
            </a:extLst>
          </p:cNvPr>
          <p:cNvGrpSpPr/>
          <p:nvPr/>
        </p:nvGrpSpPr>
        <p:grpSpPr>
          <a:xfrm>
            <a:off x="6778783" y="3830644"/>
            <a:ext cx="5081516" cy="945108"/>
            <a:chOff x="1014484" y="3911789"/>
            <a:chExt cx="5081516" cy="945108"/>
          </a:xfrm>
        </p:grpSpPr>
        <p:sp>
          <p:nvSpPr>
            <p:cNvPr id="20" name="Rectangle: Rounded Corners 19">
              <a:extLst>
                <a:ext uri="{FF2B5EF4-FFF2-40B4-BE49-F238E27FC236}">
                  <a16:creationId xmlns:a16="http://schemas.microsoft.com/office/drawing/2014/main" id="{274D95A0-EC84-4D23-ADA8-6D7A5004A586}"/>
                </a:ext>
              </a:extLst>
            </p:cNvPr>
            <p:cNvSpPr/>
            <p:nvPr/>
          </p:nvSpPr>
          <p:spPr>
            <a:xfrm>
              <a:off x="1019033" y="3911790"/>
              <a:ext cx="5076967" cy="94510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A9B6A47-9C1A-4C84-BBB4-0C4F3F981AD4}"/>
                </a:ext>
              </a:extLst>
            </p:cNvPr>
            <p:cNvSpPr/>
            <p:nvPr/>
          </p:nvSpPr>
          <p:spPr>
            <a:xfrm>
              <a:off x="1014484" y="3911789"/>
              <a:ext cx="95535" cy="9451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5C6D8E2E-3FE5-48F5-B1BC-83BA794C1323}"/>
              </a:ext>
            </a:extLst>
          </p:cNvPr>
          <p:cNvGrpSpPr/>
          <p:nvPr/>
        </p:nvGrpSpPr>
        <p:grpSpPr>
          <a:xfrm>
            <a:off x="6778783" y="2393974"/>
            <a:ext cx="5081516" cy="945108"/>
            <a:chOff x="1014484" y="3911789"/>
            <a:chExt cx="5081516" cy="945108"/>
          </a:xfrm>
        </p:grpSpPr>
        <p:sp>
          <p:nvSpPr>
            <p:cNvPr id="23" name="Rectangle: Rounded Corners 22">
              <a:extLst>
                <a:ext uri="{FF2B5EF4-FFF2-40B4-BE49-F238E27FC236}">
                  <a16:creationId xmlns:a16="http://schemas.microsoft.com/office/drawing/2014/main" id="{506571EA-829B-4B12-9098-94C5E6276836}"/>
                </a:ext>
              </a:extLst>
            </p:cNvPr>
            <p:cNvSpPr/>
            <p:nvPr/>
          </p:nvSpPr>
          <p:spPr>
            <a:xfrm>
              <a:off x="1019033" y="3911790"/>
              <a:ext cx="5076967" cy="94510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996AF09-4D20-44FB-85A7-E1F9061ABA15}"/>
                </a:ext>
              </a:extLst>
            </p:cNvPr>
            <p:cNvSpPr/>
            <p:nvPr/>
          </p:nvSpPr>
          <p:spPr>
            <a:xfrm>
              <a:off x="1014484" y="3911789"/>
              <a:ext cx="95535" cy="9451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TextBox 24">
            <a:extLst>
              <a:ext uri="{FF2B5EF4-FFF2-40B4-BE49-F238E27FC236}">
                <a16:creationId xmlns:a16="http://schemas.microsoft.com/office/drawing/2014/main" id="{D216255C-1A39-4E1E-9F03-8772395CC8DA}"/>
              </a:ext>
            </a:extLst>
          </p:cNvPr>
          <p:cNvSpPr txBox="1"/>
          <p:nvPr/>
        </p:nvSpPr>
        <p:spPr>
          <a:xfrm>
            <a:off x="7741939" y="1198314"/>
            <a:ext cx="3816626" cy="523220"/>
          </a:xfrm>
          <a:prstGeom prst="rect">
            <a:avLst/>
          </a:prstGeom>
          <a:noFill/>
        </p:spPr>
        <p:txBody>
          <a:bodyPr wrap="square" rtlCol="0">
            <a:spAutoFit/>
          </a:bodyPr>
          <a:lstStyle/>
          <a:p>
            <a:r>
              <a:rPr lang="en-US" sz="2800" dirty="0">
                <a:solidFill>
                  <a:schemeClr val="bg1"/>
                </a:solidFill>
                <a:latin typeface="Modern No. 20" panose="02070704070505020303" pitchFamily="18" charset="0"/>
              </a:rPr>
              <a:t>Personal Achievement</a:t>
            </a:r>
          </a:p>
        </p:txBody>
      </p:sp>
      <p:pic>
        <p:nvPicPr>
          <p:cNvPr id="26" name="Graphic 25" descr="Trophy with solid fill">
            <a:extLst>
              <a:ext uri="{FF2B5EF4-FFF2-40B4-BE49-F238E27FC236}">
                <a16:creationId xmlns:a16="http://schemas.microsoft.com/office/drawing/2014/main" id="{31A65ED6-2AA2-437B-B00D-BD2AFE8EF81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28293" y="1200808"/>
            <a:ext cx="656773" cy="578913"/>
          </a:xfrm>
          <a:prstGeom prst="rect">
            <a:avLst/>
          </a:prstGeom>
        </p:spPr>
      </p:pic>
      <p:sp>
        <p:nvSpPr>
          <p:cNvPr id="27" name="TextBox 26">
            <a:extLst>
              <a:ext uri="{FF2B5EF4-FFF2-40B4-BE49-F238E27FC236}">
                <a16:creationId xmlns:a16="http://schemas.microsoft.com/office/drawing/2014/main" id="{A44A160A-CC83-4D43-AC41-1B4910107BF3}"/>
              </a:ext>
            </a:extLst>
          </p:cNvPr>
          <p:cNvSpPr txBox="1"/>
          <p:nvPr/>
        </p:nvSpPr>
        <p:spPr>
          <a:xfrm>
            <a:off x="7079132" y="2539093"/>
            <a:ext cx="4874428" cy="707886"/>
          </a:xfrm>
          <a:prstGeom prst="rect">
            <a:avLst/>
          </a:prstGeom>
          <a:noFill/>
        </p:spPr>
        <p:txBody>
          <a:bodyPr wrap="square" rtlCol="0">
            <a:spAutoFit/>
          </a:bodyPr>
          <a:lstStyle/>
          <a:p>
            <a:r>
              <a:rPr lang="en-US" sz="2000" dirty="0"/>
              <a:t>Enhanced Creative Skills Through </a:t>
            </a:r>
            <a:r>
              <a:rPr lang="en-US" sz="2000" dirty="0" err="1"/>
              <a:t>Continous</a:t>
            </a:r>
            <a:r>
              <a:rPr lang="en-US" sz="2000" dirty="0"/>
              <a:t> Practice And Learning</a:t>
            </a:r>
          </a:p>
        </p:txBody>
      </p:sp>
      <p:sp>
        <p:nvSpPr>
          <p:cNvPr id="35" name="TextBox 34">
            <a:extLst>
              <a:ext uri="{FF2B5EF4-FFF2-40B4-BE49-F238E27FC236}">
                <a16:creationId xmlns:a16="http://schemas.microsoft.com/office/drawing/2014/main" id="{A6B35798-7262-48F7-8B3F-E7572A568DC9}"/>
              </a:ext>
            </a:extLst>
          </p:cNvPr>
          <p:cNvSpPr txBox="1"/>
          <p:nvPr/>
        </p:nvSpPr>
        <p:spPr>
          <a:xfrm>
            <a:off x="7032502" y="3953997"/>
            <a:ext cx="4669613" cy="707886"/>
          </a:xfrm>
          <a:prstGeom prst="rect">
            <a:avLst/>
          </a:prstGeom>
          <a:noFill/>
        </p:spPr>
        <p:txBody>
          <a:bodyPr wrap="square" rtlCol="0">
            <a:spAutoFit/>
          </a:bodyPr>
          <a:lstStyle/>
          <a:p>
            <a:r>
              <a:rPr lang="en-US" sz="2000" dirty="0"/>
              <a:t>Improved problem-solving ability through critical thinking and practical application.</a:t>
            </a:r>
          </a:p>
        </p:txBody>
      </p:sp>
      <p:sp>
        <p:nvSpPr>
          <p:cNvPr id="4" name="TextBox 3">
            <a:extLst>
              <a:ext uri="{FF2B5EF4-FFF2-40B4-BE49-F238E27FC236}">
                <a16:creationId xmlns:a16="http://schemas.microsoft.com/office/drawing/2014/main" id="{2C304321-7B48-4E94-B46F-6E2BDCBF4374}"/>
              </a:ext>
            </a:extLst>
          </p:cNvPr>
          <p:cNvSpPr txBox="1"/>
          <p:nvPr/>
        </p:nvSpPr>
        <p:spPr>
          <a:xfrm>
            <a:off x="7079132" y="5657192"/>
            <a:ext cx="3841968" cy="400110"/>
          </a:xfrm>
          <a:prstGeom prst="rect">
            <a:avLst/>
          </a:prstGeom>
          <a:noFill/>
        </p:spPr>
        <p:txBody>
          <a:bodyPr wrap="square" rtlCol="0">
            <a:spAutoFit/>
          </a:bodyPr>
          <a:lstStyle/>
          <a:p>
            <a:r>
              <a:rPr lang="en-US" sz="2000" dirty="0"/>
              <a:t>Built confidence in public speaking.</a:t>
            </a:r>
          </a:p>
        </p:txBody>
      </p:sp>
    </p:spTree>
    <p:extLst>
      <p:ext uri="{BB962C8B-B14F-4D97-AF65-F5344CB8AC3E}">
        <p14:creationId xmlns:p14="http://schemas.microsoft.com/office/powerpoint/2010/main" val="26587073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accent5">
                <a:lumMod val="60000"/>
                <a:lumOff val="40000"/>
              </a:schemeClr>
            </a:gs>
          </a:gsLst>
          <a:lin ang="5400000" scaled="1"/>
        </a:gra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E4FBB98-C97F-4182-92D1-AC7E41834729}"/>
              </a:ext>
            </a:extLst>
          </p:cNvPr>
          <p:cNvSpPr/>
          <p:nvPr/>
        </p:nvSpPr>
        <p:spPr>
          <a:xfrm rot="19235887">
            <a:off x="-1745449" y="-430210"/>
            <a:ext cx="15682898" cy="915808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D1DDA280-5678-4685-A724-E2D1DB188E0B}"/>
              </a:ext>
            </a:extLst>
          </p:cNvPr>
          <p:cNvSpPr txBox="1"/>
          <p:nvPr/>
        </p:nvSpPr>
        <p:spPr>
          <a:xfrm>
            <a:off x="5810250" y="666750"/>
            <a:ext cx="5486400" cy="1692771"/>
          </a:xfrm>
          <a:prstGeom prst="rect">
            <a:avLst/>
          </a:prstGeom>
          <a:noFill/>
        </p:spPr>
        <p:txBody>
          <a:bodyPr wrap="square" rtlCol="0">
            <a:spAutoFit/>
          </a:bodyPr>
          <a:lstStyle/>
          <a:p>
            <a:r>
              <a:rPr lang="en-US" sz="5200" spc="600" dirty="0"/>
              <a:t>Strength and weakness</a:t>
            </a:r>
          </a:p>
        </p:txBody>
      </p:sp>
      <p:sp>
        <p:nvSpPr>
          <p:cNvPr id="2" name="Rectangle: Rounded Corners 1">
            <a:extLst>
              <a:ext uri="{FF2B5EF4-FFF2-40B4-BE49-F238E27FC236}">
                <a16:creationId xmlns:a16="http://schemas.microsoft.com/office/drawing/2014/main" id="{039158AD-90B9-491A-BF4C-E1AF7EC31FF0}"/>
              </a:ext>
            </a:extLst>
          </p:cNvPr>
          <p:cNvSpPr/>
          <p:nvPr/>
        </p:nvSpPr>
        <p:spPr>
          <a:xfrm>
            <a:off x="910617" y="2753715"/>
            <a:ext cx="4734524" cy="2975214"/>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D74A609C-E376-48D2-B454-4B54E3F13FF4}"/>
              </a:ext>
            </a:extLst>
          </p:cNvPr>
          <p:cNvSpPr/>
          <p:nvPr/>
        </p:nvSpPr>
        <p:spPr>
          <a:xfrm>
            <a:off x="6371771" y="2753715"/>
            <a:ext cx="4863917" cy="2975214"/>
          </a:xfrm>
          <a:prstGeom prst="round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lowchart: Connector 2">
            <a:extLst>
              <a:ext uri="{FF2B5EF4-FFF2-40B4-BE49-F238E27FC236}">
                <a16:creationId xmlns:a16="http://schemas.microsoft.com/office/drawing/2014/main" id="{532606E4-7D36-4856-86E6-6E316C1C45DD}"/>
              </a:ext>
            </a:extLst>
          </p:cNvPr>
          <p:cNvSpPr/>
          <p:nvPr/>
        </p:nvSpPr>
        <p:spPr>
          <a:xfrm>
            <a:off x="956312" y="3234517"/>
            <a:ext cx="1659467" cy="1886808"/>
          </a:xfrm>
          <a:prstGeom prst="flowChartConnector">
            <a:avLst/>
          </a:prstGeom>
          <a:solidFill>
            <a:schemeClr val="bg1"/>
          </a:solidFill>
          <a:ln>
            <a:solidFill>
              <a:srgbClr val="92D050"/>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0" b="1" dirty="0">
                <a:solidFill>
                  <a:schemeClr val="tx1"/>
                </a:solidFill>
                <a:latin typeface="Modern No. 20" panose="02070704070505020303" pitchFamily="18" charset="0"/>
              </a:rPr>
              <a:t>S</a:t>
            </a:r>
          </a:p>
        </p:txBody>
      </p:sp>
      <p:sp>
        <p:nvSpPr>
          <p:cNvPr id="9" name="Flowchart: Connector 8">
            <a:extLst>
              <a:ext uri="{FF2B5EF4-FFF2-40B4-BE49-F238E27FC236}">
                <a16:creationId xmlns:a16="http://schemas.microsoft.com/office/drawing/2014/main" id="{3C5DE13C-3A6C-4E9D-B1DA-EA8A3268C964}"/>
              </a:ext>
            </a:extLst>
          </p:cNvPr>
          <p:cNvSpPr/>
          <p:nvPr/>
        </p:nvSpPr>
        <p:spPr>
          <a:xfrm>
            <a:off x="6415773" y="3258402"/>
            <a:ext cx="1600484" cy="1839038"/>
          </a:xfrm>
          <a:prstGeom prst="flowChartConnector">
            <a:avLst/>
          </a:prstGeom>
          <a:solidFill>
            <a:schemeClr val="bg1"/>
          </a:solidFill>
          <a:ln>
            <a:no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600" dirty="0">
                <a:solidFill>
                  <a:schemeClr val="tx1"/>
                </a:solidFill>
                <a:latin typeface="Modern No. 20" panose="02070704070505020303" pitchFamily="18" charset="0"/>
              </a:rPr>
              <a:t>W</a:t>
            </a:r>
          </a:p>
        </p:txBody>
      </p:sp>
      <p:sp>
        <p:nvSpPr>
          <p:cNvPr id="4" name="Flowchart: Connector 3">
            <a:extLst>
              <a:ext uri="{FF2B5EF4-FFF2-40B4-BE49-F238E27FC236}">
                <a16:creationId xmlns:a16="http://schemas.microsoft.com/office/drawing/2014/main" id="{771AC8F9-CD04-4C32-B19E-799A01310592}"/>
              </a:ext>
            </a:extLst>
          </p:cNvPr>
          <p:cNvSpPr/>
          <p:nvPr/>
        </p:nvSpPr>
        <p:spPr>
          <a:xfrm>
            <a:off x="3814549" y="782979"/>
            <a:ext cx="1624084" cy="1460311"/>
          </a:xfrm>
          <a:prstGeom prst="flowChartConnector">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miley Face 10">
            <a:extLst>
              <a:ext uri="{FF2B5EF4-FFF2-40B4-BE49-F238E27FC236}">
                <a16:creationId xmlns:a16="http://schemas.microsoft.com/office/drawing/2014/main" id="{F7C797D5-031B-4B15-B396-9232C05C7AAA}"/>
              </a:ext>
            </a:extLst>
          </p:cNvPr>
          <p:cNvSpPr/>
          <p:nvPr/>
        </p:nvSpPr>
        <p:spPr>
          <a:xfrm>
            <a:off x="3985146" y="941696"/>
            <a:ext cx="1255593" cy="1105467"/>
          </a:xfrm>
          <a:prstGeom prst="smileyFac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EDC32C1-4122-426C-BDCC-CE1B6DCBB362}"/>
              </a:ext>
            </a:extLst>
          </p:cNvPr>
          <p:cNvSpPr txBox="1"/>
          <p:nvPr/>
        </p:nvSpPr>
        <p:spPr>
          <a:xfrm>
            <a:off x="2720786" y="2806453"/>
            <a:ext cx="2391076" cy="461665"/>
          </a:xfrm>
          <a:prstGeom prst="rect">
            <a:avLst/>
          </a:prstGeom>
          <a:noFill/>
        </p:spPr>
        <p:txBody>
          <a:bodyPr wrap="square" rtlCol="0">
            <a:spAutoFit/>
          </a:bodyPr>
          <a:lstStyle/>
          <a:p>
            <a:r>
              <a:rPr lang="en-US" sz="2400" b="1" dirty="0">
                <a:latin typeface="Modern No. 20" panose="02070704070505020303" pitchFamily="18" charset="0"/>
              </a:rPr>
              <a:t>STRENGTH</a:t>
            </a:r>
          </a:p>
        </p:txBody>
      </p:sp>
      <p:sp>
        <p:nvSpPr>
          <p:cNvPr id="5" name="TextBox 4">
            <a:extLst>
              <a:ext uri="{FF2B5EF4-FFF2-40B4-BE49-F238E27FC236}">
                <a16:creationId xmlns:a16="http://schemas.microsoft.com/office/drawing/2014/main" id="{4C85CA0F-D0A0-4FC9-9C31-BF860ABABF2C}"/>
              </a:ext>
            </a:extLst>
          </p:cNvPr>
          <p:cNvSpPr txBox="1"/>
          <p:nvPr/>
        </p:nvSpPr>
        <p:spPr>
          <a:xfrm>
            <a:off x="2583935" y="3429000"/>
            <a:ext cx="3061206" cy="1908215"/>
          </a:xfrm>
          <a:prstGeom prst="rect">
            <a:avLst/>
          </a:prstGeom>
          <a:noFill/>
        </p:spPr>
        <p:txBody>
          <a:bodyPr wrap="square" rtlCol="0">
            <a:spAutoFit/>
          </a:bodyPr>
          <a:lstStyle/>
          <a:p>
            <a:pPr marL="342900" indent="-342900">
              <a:buFont typeface="Arial" panose="020B0604020202020204" pitchFamily="34" charset="0"/>
              <a:buChar char="•"/>
            </a:pPr>
            <a:r>
              <a:rPr lang="en-US" sz="2000" b="1" i="1" dirty="0">
                <a:latin typeface="Georgia" panose="02040502050405020303" pitchFamily="18" charset="0"/>
              </a:rPr>
              <a:t>Responsible &amp; Honest</a:t>
            </a:r>
          </a:p>
          <a:p>
            <a:pPr marL="285750" indent="-285750">
              <a:buFont typeface="Arial" panose="020B0604020202020204" pitchFamily="34" charset="0"/>
              <a:buChar char="•"/>
            </a:pPr>
            <a:r>
              <a:rPr lang="en-US" sz="2000" b="1" i="1" dirty="0">
                <a:latin typeface="Georgia" panose="02040502050405020303" pitchFamily="18" charset="0"/>
              </a:rPr>
              <a:t>Quick Learner</a:t>
            </a:r>
          </a:p>
          <a:p>
            <a:pPr marL="285750" indent="-285750">
              <a:buFont typeface="Arial" panose="020B0604020202020204" pitchFamily="34" charset="0"/>
              <a:buChar char="•"/>
            </a:pPr>
            <a:r>
              <a:rPr lang="en-US" sz="2000" b="1" i="1" dirty="0">
                <a:latin typeface="Georgia" panose="02040502050405020303" pitchFamily="18" charset="0"/>
              </a:rPr>
              <a:t>Creative Thinking</a:t>
            </a:r>
          </a:p>
          <a:p>
            <a:pPr marL="285750" indent="-285750">
              <a:buFont typeface="Arial" panose="020B0604020202020204" pitchFamily="34" charset="0"/>
              <a:buChar char="•"/>
            </a:pPr>
            <a:r>
              <a:rPr lang="en-US" sz="2000" b="1" i="1" dirty="0">
                <a:latin typeface="Georgia" panose="02040502050405020303" pitchFamily="18" charset="0"/>
              </a:rPr>
              <a:t>Goal-Oriented</a:t>
            </a:r>
          </a:p>
          <a:p>
            <a:endParaRPr lang="en-US" dirty="0"/>
          </a:p>
        </p:txBody>
      </p:sp>
      <p:sp>
        <p:nvSpPr>
          <p:cNvPr id="10" name="TextBox 9">
            <a:extLst>
              <a:ext uri="{FF2B5EF4-FFF2-40B4-BE49-F238E27FC236}">
                <a16:creationId xmlns:a16="http://schemas.microsoft.com/office/drawing/2014/main" id="{FDE2F2D9-315D-4674-94D1-724965E650BF}"/>
              </a:ext>
            </a:extLst>
          </p:cNvPr>
          <p:cNvSpPr txBox="1"/>
          <p:nvPr/>
        </p:nvSpPr>
        <p:spPr>
          <a:xfrm>
            <a:off x="8379572" y="2771767"/>
            <a:ext cx="1801874" cy="523220"/>
          </a:xfrm>
          <a:prstGeom prst="rect">
            <a:avLst/>
          </a:prstGeom>
          <a:noFill/>
        </p:spPr>
        <p:txBody>
          <a:bodyPr wrap="square" rtlCol="0">
            <a:spAutoFit/>
          </a:bodyPr>
          <a:lstStyle/>
          <a:p>
            <a:r>
              <a:rPr lang="en-US" sz="2800" b="1" dirty="0">
                <a:latin typeface="Modern No. 20" panose="02070704070505020303" pitchFamily="18" charset="0"/>
              </a:rPr>
              <a:t>Weakness</a:t>
            </a:r>
          </a:p>
        </p:txBody>
      </p:sp>
      <p:sp>
        <p:nvSpPr>
          <p:cNvPr id="13" name="TextBox 12">
            <a:extLst>
              <a:ext uri="{FF2B5EF4-FFF2-40B4-BE49-F238E27FC236}">
                <a16:creationId xmlns:a16="http://schemas.microsoft.com/office/drawing/2014/main" id="{4EC70D75-6979-4E04-ACE7-22F9EB6B0C82}"/>
              </a:ext>
            </a:extLst>
          </p:cNvPr>
          <p:cNvSpPr txBox="1"/>
          <p:nvPr/>
        </p:nvSpPr>
        <p:spPr>
          <a:xfrm>
            <a:off x="8147344" y="3554400"/>
            <a:ext cx="3240100" cy="1015663"/>
          </a:xfrm>
          <a:prstGeom prst="rect">
            <a:avLst/>
          </a:prstGeom>
          <a:noFill/>
        </p:spPr>
        <p:txBody>
          <a:bodyPr wrap="square" rtlCol="0">
            <a:spAutoFit/>
          </a:bodyPr>
          <a:lstStyle/>
          <a:p>
            <a:pPr marL="342900" indent="-342900">
              <a:buFont typeface="Arial" panose="020B0604020202020204" pitchFamily="34" charset="0"/>
              <a:buChar char="•"/>
            </a:pPr>
            <a:r>
              <a:rPr lang="en-US" sz="2000" b="1" i="1" dirty="0">
                <a:latin typeface="Georgia" panose="02040502050405020303" pitchFamily="18" charset="0"/>
              </a:rPr>
              <a:t>Nervous IN Public Speaking</a:t>
            </a:r>
          </a:p>
          <a:p>
            <a:pPr marL="342900" indent="-342900">
              <a:buFont typeface="Arial" panose="020B0604020202020204" pitchFamily="34" charset="0"/>
              <a:buChar char="•"/>
            </a:pPr>
            <a:r>
              <a:rPr lang="en-US" sz="2000" b="1" i="1" dirty="0">
                <a:latin typeface="Georgia" panose="02040502050405020303" pitchFamily="18" charset="0"/>
              </a:rPr>
              <a:t>Perfectioni</a:t>
            </a:r>
            <a:r>
              <a:rPr lang="en-US" sz="2000" b="1" i="1" dirty="0">
                <a:latin typeface="+mj-lt"/>
              </a:rPr>
              <a:t>st</a:t>
            </a:r>
          </a:p>
        </p:txBody>
      </p:sp>
    </p:spTree>
    <p:extLst>
      <p:ext uri="{BB962C8B-B14F-4D97-AF65-F5344CB8AC3E}">
        <p14:creationId xmlns:p14="http://schemas.microsoft.com/office/powerpoint/2010/main" val="11001688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100000">
              <a:schemeClr val="accent5">
                <a:lumMod val="50000"/>
              </a:schemeClr>
            </a:gs>
          </a:gsLst>
          <a:lin ang="5400000" scaled="1"/>
        </a:gradFill>
        <a:effectLst/>
      </p:bgPr>
    </p:bg>
    <p:spTree>
      <p:nvGrpSpPr>
        <p:cNvPr id="1" name=""/>
        <p:cNvGrpSpPr/>
        <p:nvPr/>
      </p:nvGrpSpPr>
      <p:grpSpPr>
        <a:xfrm>
          <a:off x="0" y="0"/>
          <a:ext cx="0" cy="0"/>
          <a:chOff x="0" y="0"/>
          <a:chExt cx="0" cy="0"/>
        </a:xfrm>
      </p:grpSpPr>
      <p:sp>
        <p:nvSpPr>
          <p:cNvPr id="31" name="TextBox 30">
            <a:extLst>
              <a:ext uri="{FF2B5EF4-FFF2-40B4-BE49-F238E27FC236}">
                <a16:creationId xmlns:a16="http://schemas.microsoft.com/office/drawing/2014/main" id="{740EA97B-9A0E-4DA5-962E-BDC710D3EB1C}"/>
              </a:ext>
            </a:extLst>
          </p:cNvPr>
          <p:cNvSpPr txBox="1"/>
          <p:nvPr/>
        </p:nvSpPr>
        <p:spPr>
          <a:xfrm>
            <a:off x="1219200" y="2094467"/>
            <a:ext cx="9753600" cy="1200329"/>
          </a:xfrm>
          <a:prstGeom prst="rect">
            <a:avLst/>
          </a:prstGeom>
          <a:noFill/>
        </p:spPr>
        <p:txBody>
          <a:bodyPr wrap="square" rtlCol="0">
            <a:spAutoFit/>
          </a:bodyPr>
          <a:lstStyle/>
          <a:p>
            <a:r>
              <a:rPr lang="en-US" sz="7200" dirty="0">
                <a:solidFill>
                  <a:schemeClr val="bg1"/>
                </a:solidFill>
                <a:latin typeface="Cambria" panose="02040503050406030204" pitchFamily="18" charset="0"/>
                <a:ea typeface="Cambria" panose="02040503050406030204" pitchFamily="18" charset="0"/>
              </a:rPr>
              <a:t>Thank You For Watching </a:t>
            </a:r>
          </a:p>
        </p:txBody>
      </p:sp>
      <p:sp>
        <p:nvSpPr>
          <p:cNvPr id="32" name="Rectangle 31">
            <a:extLst>
              <a:ext uri="{FF2B5EF4-FFF2-40B4-BE49-F238E27FC236}">
                <a16:creationId xmlns:a16="http://schemas.microsoft.com/office/drawing/2014/main" id="{DF04964E-972A-45EA-89E4-D7AE501FB5D2}"/>
              </a:ext>
            </a:extLst>
          </p:cNvPr>
          <p:cNvSpPr/>
          <p:nvPr/>
        </p:nvSpPr>
        <p:spPr>
          <a:xfrm>
            <a:off x="3062514" y="4358489"/>
            <a:ext cx="6066971" cy="171553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Bahnschrift" panose="020B0502040204020203" pitchFamily="34" charset="0"/>
              </a:rPr>
              <a:t>I get excited about learning something new every day.</a:t>
            </a:r>
          </a:p>
        </p:txBody>
      </p:sp>
      <p:sp>
        <p:nvSpPr>
          <p:cNvPr id="34" name="Rectangle 33">
            <a:extLst>
              <a:ext uri="{FF2B5EF4-FFF2-40B4-BE49-F238E27FC236}">
                <a16:creationId xmlns:a16="http://schemas.microsoft.com/office/drawing/2014/main" id="{D5AC58D9-EFF4-449D-A0C5-311FF1A95259}"/>
              </a:ext>
            </a:extLst>
          </p:cNvPr>
          <p:cNvSpPr/>
          <p:nvPr/>
        </p:nvSpPr>
        <p:spPr>
          <a:xfrm>
            <a:off x="3062515" y="3806946"/>
            <a:ext cx="6066970" cy="5515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C06FF6D4-C88F-461A-97AC-5CC7EE3C6ADC}"/>
              </a:ext>
            </a:extLst>
          </p:cNvPr>
          <p:cNvSpPr txBox="1"/>
          <p:nvPr/>
        </p:nvSpPr>
        <p:spPr>
          <a:xfrm>
            <a:off x="3062513" y="3773714"/>
            <a:ext cx="5036457" cy="584775"/>
          </a:xfrm>
          <a:prstGeom prst="rect">
            <a:avLst/>
          </a:prstGeom>
          <a:noFill/>
        </p:spPr>
        <p:txBody>
          <a:bodyPr wrap="square" rtlCol="0">
            <a:spAutoFit/>
          </a:bodyPr>
          <a:lstStyle/>
          <a:p>
            <a:r>
              <a:rPr lang="en-US" sz="3200" dirty="0">
                <a:solidFill>
                  <a:schemeClr val="bg1"/>
                </a:solidFill>
                <a:latin typeface="Algerian" panose="04020705040A02060702" pitchFamily="82" charset="0"/>
              </a:rPr>
              <a:t>Fun Fact About Me</a:t>
            </a:r>
          </a:p>
        </p:txBody>
      </p:sp>
    </p:spTree>
    <p:extLst>
      <p:ext uri="{BB962C8B-B14F-4D97-AF65-F5344CB8AC3E}">
        <p14:creationId xmlns:p14="http://schemas.microsoft.com/office/powerpoint/2010/main" val="13680384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988</TotalTime>
  <Words>371</Words>
  <Application>Microsoft Office PowerPoint</Application>
  <PresentationFormat>Widescreen</PresentationFormat>
  <Paragraphs>62</Paragraphs>
  <Slides>9</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9</vt:i4>
      </vt:variant>
    </vt:vector>
  </HeadingPairs>
  <TitlesOfParts>
    <vt:vector size="23" baseType="lpstr">
      <vt:lpstr>Algerian</vt:lpstr>
      <vt:lpstr>Arial</vt:lpstr>
      <vt:lpstr>Arial Black</vt:lpstr>
      <vt:lpstr>Bahnschrift</vt:lpstr>
      <vt:lpstr>Bahnschrift SemiBold</vt:lpstr>
      <vt:lpstr>Calibri</vt:lpstr>
      <vt:lpstr>Calibri Light</vt:lpstr>
      <vt:lpstr>Cambria</vt:lpstr>
      <vt:lpstr>Candara</vt:lpstr>
      <vt:lpstr>Elephant</vt:lpstr>
      <vt:lpstr>Georgia</vt:lpstr>
      <vt:lpstr>Modern No. 20</vt:lpstr>
      <vt:lpstr>Monotype Corsiva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Alina Baloch</dc:creator>
  <cp:lastModifiedBy>Alina Baloch</cp:lastModifiedBy>
  <cp:revision>106</cp:revision>
  <dcterms:created xsi:type="dcterms:W3CDTF">2025-09-23T10:42:56Z</dcterms:created>
  <dcterms:modified xsi:type="dcterms:W3CDTF">2025-09-27T10:55:34Z</dcterms:modified>
</cp:coreProperties>
</file>